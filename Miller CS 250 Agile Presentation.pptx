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62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9AC25A-547C-40A4-9682-447029527CB4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B5761E-D914-4E23-90D9-76AEDE3CBBCA}">
      <dgm:prSet/>
      <dgm:spPr/>
      <dgm:t>
        <a:bodyPr/>
        <a:lstStyle/>
        <a:p>
          <a:r>
            <a:rPr lang="en-US"/>
            <a:t>Product Owner</a:t>
          </a:r>
        </a:p>
      </dgm:t>
    </dgm:pt>
    <dgm:pt modelId="{19C83E1C-DCD3-4BAB-88F5-20488FB3EFFB}" type="parTrans" cxnId="{741638E6-2EEB-4309-9140-CE5335AB5E0A}">
      <dgm:prSet/>
      <dgm:spPr/>
      <dgm:t>
        <a:bodyPr/>
        <a:lstStyle/>
        <a:p>
          <a:endParaRPr lang="en-US"/>
        </a:p>
      </dgm:t>
    </dgm:pt>
    <dgm:pt modelId="{90A6F5BE-B217-4073-A7A0-27E2F54A1F11}" type="sibTrans" cxnId="{741638E6-2EEB-4309-9140-CE5335AB5E0A}">
      <dgm:prSet/>
      <dgm:spPr/>
      <dgm:t>
        <a:bodyPr/>
        <a:lstStyle/>
        <a:p>
          <a:endParaRPr lang="en-US"/>
        </a:p>
      </dgm:t>
    </dgm:pt>
    <dgm:pt modelId="{4786CDC8-2022-4652-AFD8-E8973485DB0C}">
      <dgm:prSet/>
      <dgm:spPr/>
      <dgm:t>
        <a:bodyPr/>
        <a:lstStyle/>
        <a:p>
          <a:r>
            <a:rPr lang="en-US" dirty="0"/>
            <a:t>One person sets priorities, so developers don’t get conflicting direction. </a:t>
          </a:r>
        </a:p>
      </dgm:t>
    </dgm:pt>
    <dgm:pt modelId="{F3716688-5874-4509-86F1-44C2AA4C81A9}" type="parTrans" cxnId="{188D04D2-F195-45B3-830D-ABD5CCBB76AF}">
      <dgm:prSet/>
      <dgm:spPr/>
      <dgm:t>
        <a:bodyPr/>
        <a:lstStyle/>
        <a:p>
          <a:endParaRPr lang="en-US"/>
        </a:p>
      </dgm:t>
    </dgm:pt>
    <dgm:pt modelId="{C9E96537-7526-482C-84BC-C5F98B5E96F6}" type="sibTrans" cxnId="{188D04D2-F195-45B3-830D-ABD5CCBB76AF}">
      <dgm:prSet/>
      <dgm:spPr/>
      <dgm:t>
        <a:bodyPr/>
        <a:lstStyle/>
        <a:p>
          <a:endParaRPr lang="en-US"/>
        </a:p>
      </dgm:t>
    </dgm:pt>
    <dgm:pt modelId="{B7DE87D7-5725-4941-8402-36698FACB23E}">
      <dgm:prSet/>
      <dgm:spPr/>
      <dgm:t>
        <a:bodyPr/>
        <a:lstStyle/>
        <a:p>
          <a:r>
            <a:rPr lang="en-US"/>
            <a:t>Scrum Master</a:t>
          </a:r>
        </a:p>
      </dgm:t>
    </dgm:pt>
    <dgm:pt modelId="{964EDE22-3638-417D-ACF3-0CE2DAD30C75}" type="parTrans" cxnId="{335D684A-4A43-4056-B3CD-3AD95D30D12D}">
      <dgm:prSet/>
      <dgm:spPr/>
      <dgm:t>
        <a:bodyPr/>
        <a:lstStyle/>
        <a:p>
          <a:endParaRPr lang="en-US"/>
        </a:p>
      </dgm:t>
    </dgm:pt>
    <dgm:pt modelId="{8A7C1B72-F0C0-44E0-BD7B-C02B8C88A296}" type="sibTrans" cxnId="{335D684A-4A43-4056-B3CD-3AD95D30D12D}">
      <dgm:prSet/>
      <dgm:spPr/>
      <dgm:t>
        <a:bodyPr/>
        <a:lstStyle/>
        <a:p>
          <a:endParaRPr lang="en-US"/>
        </a:p>
      </dgm:t>
    </dgm:pt>
    <dgm:pt modelId="{23CAB35B-4982-41F5-B5E0-991D0BFCFC1D}">
      <dgm:prSet/>
      <dgm:spPr/>
      <dgm:t>
        <a:bodyPr/>
        <a:lstStyle/>
        <a:p>
          <a:r>
            <a:rPr lang="en-US" dirty="0"/>
            <a:t>This role protects the team from distractions and keeps events timeboxed, so problems surface daily instead of at the end.</a:t>
          </a:r>
        </a:p>
      </dgm:t>
    </dgm:pt>
    <dgm:pt modelId="{CF5C643F-A9E3-4F84-88CA-381E160CD773}" type="parTrans" cxnId="{B7520A96-8A86-4B88-983C-6F5FA15115A0}">
      <dgm:prSet/>
      <dgm:spPr/>
      <dgm:t>
        <a:bodyPr/>
        <a:lstStyle/>
        <a:p>
          <a:endParaRPr lang="en-US"/>
        </a:p>
      </dgm:t>
    </dgm:pt>
    <dgm:pt modelId="{DA975A75-DB8C-4D2E-872B-00B821EF0D28}" type="sibTrans" cxnId="{B7520A96-8A86-4B88-983C-6F5FA15115A0}">
      <dgm:prSet/>
      <dgm:spPr/>
      <dgm:t>
        <a:bodyPr/>
        <a:lstStyle/>
        <a:p>
          <a:endParaRPr lang="en-US"/>
        </a:p>
      </dgm:t>
    </dgm:pt>
    <dgm:pt modelId="{80F4A500-6C4E-4BBB-9486-C7E81398C8EA}">
      <dgm:prSet/>
      <dgm:spPr/>
      <dgm:t>
        <a:bodyPr/>
        <a:lstStyle/>
        <a:p>
          <a:r>
            <a:rPr lang="en-US"/>
            <a:t>Development Team</a:t>
          </a:r>
        </a:p>
      </dgm:t>
    </dgm:pt>
    <dgm:pt modelId="{8B492C75-78AC-4FD6-9780-459780708F39}" type="parTrans" cxnId="{0E985973-9FA5-48DC-8A79-2C36DE054E30}">
      <dgm:prSet/>
      <dgm:spPr/>
      <dgm:t>
        <a:bodyPr/>
        <a:lstStyle/>
        <a:p>
          <a:endParaRPr lang="en-US"/>
        </a:p>
      </dgm:t>
    </dgm:pt>
    <dgm:pt modelId="{9481DFBE-8D47-4697-8344-31E26588E8C8}" type="sibTrans" cxnId="{0E985973-9FA5-48DC-8A79-2C36DE054E30}">
      <dgm:prSet/>
      <dgm:spPr/>
      <dgm:t>
        <a:bodyPr/>
        <a:lstStyle/>
        <a:p>
          <a:endParaRPr lang="en-US"/>
        </a:p>
      </dgm:t>
    </dgm:pt>
    <dgm:pt modelId="{7E00DC55-377B-40BC-8653-02C8F26756AF}">
      <dgm:prSet/>
      <dgm:spPr/>
      <dgm:t>
        <a:bodyPr/>
        <a:lstStyle/>
        <a:p>
          <a:r>
            <a:rPr lang="en-US" dirty="0"/>
            <a:t>Turns backlog items into working software that the client can see at every Sprint Review. Their questions to the Product Owner catch unclear requirements before they become rework.</a:t>
          </a:r>
        </a:p>
      </dgm:t>
    </dgm:pt>
    <dgm:pt modelId="{8F273EFD-A8EF-49B9-8EA3-4BC4576B85DF}" type="parTrans" cxnId="{5ADB0512-C6AE-4A3D-BFA2-2DEEC4C504DA}">
      <dgm:prSet/>
      <dgm:spPr/>
      <dgm:t>
        <a:bodyPr/>
        <a:lstStyle/>
        <a:p>
          <a:endParaRPr lang="en-US"/>
        </a:p>
      </dgm:t>
    </dgm:pt>
    <dgm:pt modelId="{F8EF4CF5-6A07-4154-98DD-952CB90239E8}" type="sibTrans" cxnId="{5ADB0512-C6AE-4A3D-BFA2-2DEEC4C504DA}">
      <dgm:prSet/>
      <dgm:spPr/>
      <dgm:t>
        <a:bodyPr/>
        <a:lstStyle/>
        <a:p>
          <a:endParaRPr lang="en-US"/>
        </a:p>
      </dgm:t>
    </dgm:pt>
    <dgm:pt modelId="{618AD7B4-20D3-4864-A56B-C99F8FC12E4C}">
      <dgm:prSet/>
      <dgm:spPr/>
      <dgm:t>
        <a:bodyPr/>
        <a:lstStyle/>
        <a:p>
          <a:r>
            <a:rPr lang="en-US"/>
            <a:t>Testers</a:t>
          </a:r>
        </a:p>
      </dgm:t>
    </dgm:pt>
    <dgm:pt modelId="{6ACFE03F-DD08-4048-BC91-B9E350AC5F0C}" type="parTrans" cxnId="{A75BED91-0A4D-4D18-81C3-B6268170FB25}">
      <dgm:prSet/>
      <dgm:spPr/>
      <dgm:t>
        <a:bodyPr/>
        <a:lstStyle/>
        <a:p>
          <a:endParaRPr lang="en-US"/>
        </a:p>
      </dgm:t>
    </dgm:pt>
    <dgm:pt modelId="{5EEAD4DF-2B58-4AD5-8A3A-3725667E1333}" type="sibTrans" cxnId="{A75BED91-0A4D-4D18-81C3-B6268170FB25}">
      <dgm:prSet/>
      <dgm:spPr/>
      <dgm:t>
        <a:bodyPr/>
        <a:lstStyle/>
        <a:p>
          <a:endParaRPr lang="en-US"/>
        </a:p>
      </dgm:t>
    </dgm:pt>
    <dgm:pt modelId="{9B46140F-9976-4EB1-8996-0EBA6F5CBB4B}">
      <dgm:prSet/>
      <dgm:spPr/>
      <dgm:t>
        <a:bodyPr/>
        <a:lstStyle/>
        <a:p>
          <a:r>
            <a:rPr lang="en-US" dirty="0"/>
            <a:t>Testing inside the sprint means a story isn’t “done” until it passes. Defects are caught while the code is fresh and cheap to fix.</a:t>
          </a:r>
        </a:p>
      </dgm:t>
    </dgm:pt>
    <dgm:pt modelId="{EC4C3182-86E3-4CEA-ADF9-38EB285E8224}" type="parTrans" cxnId="{A457C599-9A46-4E45-8B0D-128B16D75024}">
      <dgm:prSet/>
      <dgm:spPr/>
      <dgm:t>
        <a:bodyPr/>
        <a:lstStyle/>
        <a:p>
          <a:endParaRPr lang="en-US"/>
        </a:p>
      </dgm:t>
    </dgm:pt>
    <dgm:pt modelId="{E0694C4E-B8CF-4397-A3DD-646918F0C99A}" type="sibTrans" cxnId="{A457C599-9A46-4E45-8B0D-128B16D75024}">
      <dgm:prSet/>
      <dgm:spPr/>
      <dgm:t>
        <a:bodyPr/>
        <a:lstStyle/>
        <a:p>
          <a:endParaRPr lang="en-US"/>
        </a:p>
      </dgm:t>
    </dgm:pt>
    <dgm:pt modelId="{24FA52C6-1F34-4699-8A1C-F2171833E88A}" type="pres">
      <dgm:prSet presAssocID="{729AC25A-547C-40A4-9682-447029527CB4}" presName="Name0" presStyleCnt="0">
        <dgm:presLayoutVars>
          <dgm:dir/>
          <dgm:animLvl val="lvl"/>
          <dgm:resizeHandles val="exact"/>
        </dgm:presLayoutVars>
      </dgm:prSet>
      <dgm:spPr/>
    </dgm:pt>
    <dgm:pt modelId="{F1124345-44D0-4783-AAF9-159FF19226F8}" type="pres">
      <dgm:prSet presAssocID="{AAB5761E-D914-4E23-90D9-76AEDE3CBBCA}" presName="composite" presStyleCnt="0"/>
      <dgm:spPr/>
    </dgm:pt>
    <dgm:pt modelId="{0BA258D2-0D08-4A59-8EC7-DC083465ACFA}" type="pres">
      <dgm:prSet presAssocID="{AAB5761E-D914-4E23-90D9-76AEDE3CBBC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150B249-A0F7-474A-880B-ED73C49EA9BF}" type="pres">
      <dgm:prSet presAssocID="{AAB5761E-D914-4E23-90D9-76AEDE3CBBCA}" presName="desTx" presStyleLbl="alignAccFollowNode1" presStyleIdx="0" presStyleCnt="4">
        <dgm:presLayoutVars>
          <dgm:bulletEnabled val="1"/>
        </dgm:presLayoutVars>
      </dgm:prSet>
      <dgm:spPr/>
    </dgm:pt>
    <dgm:pt modelId="{C3E30B55-09BC-45EB-B3ED-283276B5A5F0}" type="pres">
      <dgm:prSet presAssocID="{90A6F5BE-B217-4073-A7A0-27E2F54A1F11}" presName="space" presStyleCnt="0"/>
      <dgm:spPr/>
    </dgm:pt>
    <dgm:pt modelId="{97532C76-8226-462B-9E26-EFB41B577B8F}" type="pres">
      <dgm:prSet presAssocID="{B7DE87D7-5725-4941-8402-36698FACB23E}" presName="composite" presStyleCnt="0"/>
      <dgm:spPr/>
    </dgm:pt>
    <dgm:pt modelId="{A170B0E5-82E0-473A-BE1E-078DC25779FB}" type="pres">
      <dgm:prSet presAssocID="{B7DE87D7-5725-4941-8402-36698FACB23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98BE128-37C8-417D-A035-294741F0381C}" type="pres">
      <dgm:prSet presAssocID="{B7DE87D7-5725-4941-8402-36698FACB23E}" presName="desTx" presStyleLbl="alignAccFollowNode1" presStyleIdx="1" presStyleCnt="4">
        <dgm:presLayoutVars>
          <dgm:bulletEnabled val="1"/>
        </dgm:presLayoutVars>
      </dgm:prSet>
      <dgm:spPr/>
    </dgm:pt>
    <dgm:pt modelId="{BA402555-A6D5-4782-897C-9AEE5883A794}" type="pres">
      <dgm:prSet presAssocID="{8A7C1B72-F0C0-44E0-BD7B-C02B8C88A296}" presName="space" presStyleCnt="0"/>
      <dgm:spPr/>
    </dgm:pt>
    <dgm:pt modelId="{6E5F0495-5E51-4D36-8B4F-DBD66850FE23}" type="pres">
      <dgm:prSet presAssocID="{80F4A500-6C4E-4BBB-9486-C7E81398C8EA}" presName="composite" presStyleCnt="0"/>
      <dgm:spPr/>
    </dgm:pt>
    <dgm:pt modelId="{92E6484B-8E42-4EF7-9204-4BE752381659}" type="pres">
      <dgm:prSet presAssocID="{80F4A500-6C4E-4BBB-9486-C7E81398C8E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2CEA0DF-7A03-4D15-B731-17CB233B7A56}" type="pres">
      <dgm:prSet presAssocID="{80F4A500-6C4E-4BBB-9486-C7E81398C8EA}" presName="desTx" presStyleLbl="alignAccFollowNode1" presStyleIdx="2" presStyleCnt="4">
        <dgm:presLayoutVars>
          <dgm:bulletEnabled val="1"/>
        </dgm:presLayoutVars>
      </dgm:prSet>
      <dgm:spPr/>
    </dgm:pt>
    <dgm:pt modelId="{EF0B1369-1B55-45B3-9C81-34CA13386659}" type="pres">
      <dgm:prSet presAssocID="{9481DFBE-8D47-4697-8344-31E26588E8C8}" presName="space" presStyleCnt="0"/>
      <dgm:spPr/>
    </dgm:pt>
    <dgm:pt modelId="{74E2D9AF-F9FE-4D48-9369-75C1C04B64D8}" type="pres">
      <dgm:prSet presAssocID="{618AD7B4-20D3-4864-A56B-C99F8FC12E4C}" presName="composite" presStyleCnt="0"/>
      <dgm:spPr/>
    </dgm:pt>
    <dgm:pt modelId="{291E233D-10AB-4F1A-A788-FE4AF3491631}" type="pres">
      <dgm:prSet presAssocID="{618AD7B4-20D3-4864-A56B-C99F8FC12E4C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91098422-8D57-46FB-974F-EC1A352DC5DA}" type="pres">
      <dgm:prSet presAssocID="{618AD7B4-20D3-4864-A56B-C99F8FC12E4C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6FD3C08-B39F-4E85-8E8E-A40AABEDBEB7}" type="presOf" srcId="{4786CDC8-2022-4652-AFD8-E8973485DB0C}" destId="{A150B249-A0F7-474A-880B-ED73C49EA9BF}" srcOrd="0" destOrd="0" presId="urn:microsoft.com/office/officeart/2005/8/layout/hList1"/>
    <dgm:cxn modelId="{5ADB0512-C6AE-4A3D-BFA2-2DEEC4C504DA}" srcId="{80F4A500-6C4E-4BBB-9486-C7E81398C8EA}" destId="{7E00DC55-377B-40BC-8653-02C8F26756AF}" srcOrd="0" destOrd="0" parTransId="{8F273EFD-A8EF-49B9-8EA3-4BC4576B85DF}" sibTransId="{F8EF4CF5-6A07-4154-98DD-952CB90239E8}"/>
    <dgm:cxn modelId="{5B055715-4034-4B5B-9546-406C1D9DE0FC}" type="presOf" srcId="{80F4A500-6C4E-4BBB-9486-C7E81398C8EA}" destId="{92E6484B-8E42-4EF7-9204-4BE752381659}" srcOrd="0" destOrd="0" presId="urn:microsoft.com/office/officeart/2005/8/layout/hList1"/>
    <dgm:cxn modelId="{6C45EA2B-5832-4BF2-AF72-6C625CF414E3}" type="presOf" srcId="{9B46140F-9976-4EB1-8996-0EBA6F5CBB4B}" destId="{91098422-8D57-46FB-974F-EC1A352DC5DA}" srcOrd="0" destOrd="0" presId="urn:microsoft.com/office/officeart/2005/8/layout/hList1"/>
    <dgm:cxn modelId="{6AC09830-54EC-4F52-8614-E4CD47F78FA5}" type="presOf" srcId="{B7DE87D7-5725-4941-8402-36698FACB23E}" destId="{A170B0E5-82E0-473A-BE1E-078DC25779FB}" srcOrd="0" destOrd="0" presId="urn:microsoft.com/office/officeart/2005/8/layout/hList1"/>
    <dgm:cxn modelId="{AF6ACF66-E783-48B0-93D1-76AD136A24BB}" type="presOf" srcId="{729AC25A-547C-40A4-9682-447029527CB4}" destId="{24FA52C6-1F34-4699-8A1C-F2171833E88A}" srcOrd="0" destOrd="0" presId="urn:microsoft.com/office/officeart/2005/8/layout/hList1"/>
    <dgm:cxn modelId="{335D684A-4A43-4056-B3CD-3AD95D30D12D}" srcId="{729AC25A-547C-40A4-9682-447029527CB4}" destId="{B7DE87D7-5725-4941-8402-36698FACB23E}" srcOrd="1" destOrd="0" parTransId="{964EDE22-3638-417D-ACF3-0CE2DAD30C75}" sibTransId="{8A7C1B72-F0C0-44E0-BD7B-C02B8C88A296}"/>
    <dgm:cxn modelId="{0E985973-9FA5-48DC-8A79-2C36DE054E30}" srcId="{729AC25A-547C-40A4-9682-447029527CB4}" destId="{80F4A500-6C4E-4BBB-9486-C7E81398C8EA}" srcOrd="2" destOrd="0" parTransId="{8B492C75-78AC-4FD6-9780-459780708F39}" sibTransId="{9481DFBE-8D47-4697-8344-31E26588E8C8}"/>
    <dgm:cxn modelId="{6FCED055-BFDD-4836-8485-640E7D7626D9}" type="presOf" srcId="{AAB5761E-D914-4E23-90D9-76AEDE3CBBCA}" destId="{0BA258D2-0D08-4A59-8EC7-DC083465ACFA}" srcOrd="0" destOrd="0" presId="urn:microsoft.com/office/officeart/2005/8/layout/hList1"/>
    <dgm:cxn modelId="{40D8FF7F-5389-4CF0-8544-DC0808AD6E2F}" type="presOf" srcId="{23CAB35B-4982-41F5-B5E0-991D0BFCFC1D}" destId="{498BE128-37C8-417D-A035-294741F0381C}" srcOrd="0" destOrd="0" presId="urn:microsoft.com/office/officeart/2005/8/layout/hList1"/>
    <dgm:cxn modelId="{A75BED91-0A4D-4D18-81C3-B6268170FB25}" srcId="{729AC25A-547C-40A4-9682-447029527CB4}" destId="{618AD7B4-20D3-4864-A56B-C99F8FC12E4C}" srcOrd="3" destOrd="0" parTransId="{6ACFE03F-DD08-4048-BC91-B9E350AC5F0C}" sibTransId="{5EEAD4DF-2B58-4AD5-8A3A-3725667E1333}"/>
    <dgm:cxn modelId="{B7520A96-8A86-4B88-983C-6F5FA15115A0}" srcId="{B7DE87D7-5725-4941-8402-36698FACB23E}" destId="{23CAB35B-4982-41F5-B5E0-991D0BFCFC1D}" srcOrd="0" destOrd="0" parTransId="{CF5C643F-A9E3-4F84-88CA-381E160CD773}" sibTransId="{DA975A75-DB8C-4D2E-872B-00B821EF0D28}"/>
    <dgm:cxn modelId="{A457C599-9A46-4E45-8B0D-128B16D75024}" srcId="{618AD7B4-20D3-4864-A56B-C99F8FC12E4C}" destId="{9B46140F-9976-4EB1-8996-0EBA6F5CBB4B}" srcOrd="0" destOrd="0" parTransId="{EC4C3182-86E3-4CEA-ADF9-38EB285E8224}" sibTransId="{E0694C4E-B8CF-4397-A3DD-646918F0C99A}"/>
    <dgm:cxn modelId="{188D04D2-F195-45B3-830D-ABD5CCBB76AF}" srcId="{AAB5761E-D914-4E23-90D9-76AEDE3CBBCA}" destId="{4786CDC8-2022-4652-AFD8-E8973485DB0C}" srcOrd="0" destOrd="0" parTransId="{F3716688-5874-4509-86F1-44C2AA4C81A9}" sibTransId="{C9E96537-7526-482C-84BC-C5F98B5E96F6}"/>
    <dgm:cxn modelId="{F5C5FAE4-B2BF-4485-BA7D-2BB412662505}" type="presOf" srcId="{618AD7B4-20D3-4864-A56B-C99F8FC12E4C}" destId="{291E233D-10AB-4F1A-A788-FE4AF3491631}" srcOrd="0" destOrd="0" presId="urn:microsoft.com/office/officeart/2005/8/layout/hList1"/>
    <dgm:cxn modelId="{741638E6-2EEB-4309-9140-CE5335AB5E0A}" srcId="{729AC25A-547C-40A4-9682-447029527CB4}" destId="{AAB5761E-D914-4E23-90D9-76AEDE3CBBCA}" srcOrd="0" destOrd="0" parTransId="{19C83E1C-DCD3-4BAB-88F5-20488FB3EFFB}" sibTransId="{90A6F5BE-B217-4073-A7A0-27E2F54A1F11}"/>
    <dgm:cxn modelId="{1563E2FB-9B68-4566-8B31-73C03D06B176}" type="presOf" srcId="{7E00DC55-377B-40BC-8653-02C8F26756AF}" destId="{32CEA0DF-7A03-4D15-B731-17CB233B7A56}" srcOrd="0" destOrd="0" presId="urn:microsoft.com/office/officeart/2005/8/layout/hList1"/>
    <dgm:cxn modelId="{6610ADE7-64A5-4DD7-9035-BA6E2B6975BA}" type="presParOf" srcId="{24FA52C6-1F34-4699-8A1C-F2171833E88A}" destId="{F1124345-44D0-4783-AAF9-159FF19226F8}" srcOrd="0" destOrd="0" presId="urn:microsoft.com/office/officeart/2005/8/layout/hList1"/>
    <dgm:cxn modelId="{E1332275-F589-4D76-AD53-4EEBD32C0A70}" type="presParOf" srcId="{F1124345-44D0-4783-AAF9-159FF19226F8}" destId="{0BA258D2-0D08-4A59-8EC7-DC083465ACFA}" srcOrd="0" destOrd="0" presId="urn:microsoft.com/office/officeart/2005/8/layout/hList1"/>
    <dgm:cxn modelId="{3C3BD4D4-8643-44C1-98B7-4E4E62150DDA}" type="presParOf" srcId="{F1124345-44D0-4783-AAF9-159FF19226F8}" destId="{A150B249-A0F7-474A-880B-ED73C49EA9BF}" srcOrd="1" destOrd="0" presId="urn:microsoft.com/office/officeart/2005/8/layout/hList1"/>
    <dgm:cxn modelId="{5A93F4CB-C3B8-4FE2-BCBF-C8BB9967AAE7}" type="presParOf" srcId="{24FA52C6-1F34-4699-8A1C-F2171833E88A}" destId="{C3E30B55-09BC-45EB-B3ED-283276B5A5F0}" srcOrd="1" destOrd="0" presId="urn:microsoft.com/office/officeart/2005/8/layout/hList1"/>
    <dgm:cxn modelId="{F4B9854C-5B5C-4212-8315-ECA1F53B1779}" type="presParOf" srcId="{24FA52C6-1F34-4699-8A1C-F2171833E88A}" destId="{97532C76-8226-462B-9E26-EFB41B577B8F}" srcOrd="2" destOrd="0" presId="urn:microsoft.com/office/officeart/2005/8/layout/hList1"/>
    <dgm:cxn modelId="{BD77E453-4FF2-43A0-B98C-0FEE560972D9}" type="presParOf" srcId="{97532C76-8226-462B-9E26-EFB41B577B8F}" destId="{A170B0E5-82E0-473A-BE1E-078DC25779FB}" srcOrd="0" destOrd="0" presId="urn:microsoft.com/office/officeart/2005/8/layout/hList1"/>
    <dgm:cxn modelId="{1AE00BA2-608E-497B-9778-23306329C310}" type="presParOf" srcId="{97532C76-8226-462B-9E26-EFB41B577B8F}" destId="{498BE128-37C8-417D-A035-294741F0381C}" srcOrd="1" destOrd="0" presId="urn:microsoft.com/office/officeart/2005/8/layout/hList1"/>
    <dgm:cxn modelId="{1B4F9FB0-0610-4045-B046-91EED3335122}" type="presParOf" srcId="{24FA52C6-1F34-4699-8A1C-F2171833E88A}" destId="{BA402555-A6D5-4782-897C-9AEE5883A794}" srcOrd="3" destOrd="0" presId="urn:microsoft.com/office/officeart/2005/8/layout/hList1"/>
    <dgm:cxn modelId="{9AD07AA0-2CCB-4FCC-BF78-13A032332101}" type="presParOf" srcId="{24FA52C6-1F34-4699-8A1C-F2171833E88A}" destId="{6E5F0495-5E51-4D36-8B4F-DBD66850FE23}" srcOrd="4" destOrd="0" presId="urn:microsoft.com/office/officeart/2005/8/layout/hList1"/>
    <dgm:cxn modelId="{26A14045-E828-41B4-89B8-DD0BB2B673DE}" type="presParOf" srcId="{6E5F0495-5E51-4D36-8B4F-DBD66850FE23}" destId="{92E6484B-8E42-4EF7-9204-4BE752381659}" srcOrd="0" destOrd="0" presId="urn:microsoft.com/office/officeart/2005/8/layout/hList1"/>
    <dgm:cxn modelId="{D168088F-3418-4541-BC34-C5B2CBC7620B}" type="presParOf" srcId="{6E5F0495-5E51-4D36-8B4F-DBD66850FE23}" destId="{32CEA0DF-7A03-4D15-B731-17CB233B7A56}" srcOrd="1" destOrd="0" presId="urn:microsoft.com/office/officeart/2005/8/layout/hList1"/>
    <dgm:cxn modelId="{7AAA1778-3B0C-492A-A135-12A6676B9BE0}" type="presParOf" srcId="{24FA52C6-1F34-4699-8A1C-F2171833E88A}" destId="{EF0B1369-1B55-45B3-9C81-34CA13386659}" srcOrd="5" destOrd="0" presId="urn:microsoft.com/office/officeart/2005/8/layout/hList1"/>
    <dgm:cxn modelId="{0BBE8A30-6419-4EB8-BA4A-E38F07C2312C}" type="presParOf" srcId="{24FA52C6-1F34-4699-8A1C-F2171833E88A}" destId="{74E2D9AF-F9FE-4D48-9369-75C1C04B64D8}" srcOrd="6" destOrd="0" presId="urn:microsoft.com/office/officeart/2005/8/layout/hList1"/>
    <dgm:cxn modelId="{75709F00-558D-4C2B-B20C-A1DEEEFC52B4}" type="presParOf" srcId="{74E2D9AF-F9FE-4D48-9369-75C1C04B64D8}" destId="{291E233D-10AB-4F1A-A788-FE4AF3491631}" srcOrd="0" destOrd="0" presId="urn:microsoft.com/office/officeart/2005/8/layout/hList1"/>
    <dgm:cxn modelId="{A0CFFA9F-7EF1-45C8-BD8E-A9C05C5AA92A}" type="presParOf" srcId="{74E2D9AF-F9FE-4D48-9369-75C1C04B64D8}" destId="{91098422-8D57-46FB-974F-EC1A352DC5D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06E901-AC26-4F95-8BD2-E856A0333F2F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8E7E21-B072-42F8-8D4F-4829CCED4481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/>
            <a:t>Requirements</a:t>
          </a:r>
        </a:p>
      </dgm:t>
    </dgm:pt>
    <dgm:pt modelId="{0AF9DDFC-43F1-4C62-934A-E91DAA8B866D}" type="parTrans" cxnId="{70207A84-CE4C-4773-AA71-C925EAFB3054}">
      <dgm:prSet/>
      <dgm:spPr/>
      <dgm:t>
        <a:bodyPr/>
        <a:lstStyle/>
        <a:p>
          <a:endParaRPr lang="en-US"/>
        </a:p>
      </dgm:t>
    </dgm:pt>
    <dgm:pt modelId="{197A267C-8649-4D0D-B13E-9CD5F25803FA}" type="sibTrans" cxnId="{70207A84-CE4C-4773-AA71-C925EAFB3054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1EACF671-2DB4-4108-B8E5-E8D797A07642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A1731302-FB10-418B-AF47-BDCEED3B86DA}" type="parTrans" cxnId="{B5CE3967-38A3-4D69-AA15-F9A8CCB720BA}">
      <dgm:prSet/>
      <dgm:spPr/>
      <dgm:t>
        <a:bodyPr/>
        <a:lstStyle/>
        <a:p>
          <a:endParaRPr lang="en-US"/>
        </a:p>
      </dgm:t>
    </dgm:pt>
    <dgm:pt modelId="{4603783F-5BCF-480B-BD74-4F023F1E4D34}" type="sibTrans" cxnId="{B5CE3967-38A3-4D69-AA15-F9A8CCB720BA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D69EB8A1-E50A-4C63-AE00-09D98A60F5CF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/>
            <a:t>Implementation</a:t>
          </a:r>
        </a:p>
      </dgm:t>
    </dgm:pt>
    <dgm:pt modelId="{35A44E01-2369-4303-A3A7-5CCD221BF834}" type="parTrans" cxnId="{F72D1C40-F63C-45E3-8F5A-A39623BF7A5C}">
      <dgm:prSet/>
      <dgm:spPr/>
      <dgm:t>
        <a:bodyPr/>
        <a:lstStyle/>
        <a:p>
          <a:endParaRPr lang="en-US"/>
        </a:p>
      </dgm:t>
    </dgm:pt>
    <dgm:pt modelId="{C3C7B8BC-9E9B-4841-B7D4-C250990FB9FF}" type="sibTrans" cxnId="{F72D1C40-F63C-45E3-8F5A-A39623BF7A5C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EC1AA95C-96DA-46E9-9077-32266625E2C5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/>
            <a:t>Testing</a:t>
          </a:r>
        </a:p>
      </dgm:t>
    </dgm:pt>
    <dgm:pt modelId="{39F66A64-AB37-4AFF-8736-1B92B08B41C3}" type="parTrans" cxnId="{E29B73A2-EC1F-43FF-BB94-D9034BBFC5D0}">
      <dgm:prSet/>
      <dgm:spPr/>
      <dgm:t>
        <a:bodyPr/>
        <a:lstStyle/>
        <a:p>
          <a:endParaRPr lang="en-US"/>
        </a:p>
      </dgm:t>
    </dgm:pt>
    <dgm:pt modelId="{E6F43E23-1D79-4464-9ED2-01336699E247}" type="sibTrans" cxnId="{E29B73A2-EC1F-43FF-BB94-D9034BBFC5D0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DC9AE402-FF2E-4ACE-8C23-218F4A5F9EF0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/>
            <a:t>Deployment</a:t>
          </a:r>
        </a:p>
      </dgm:t>
    </dgm:pt>
    <dgm:pt modelId="{0200FCB1-7DCC-427D-AF98-106F77DAFBCD}" type="parTrans" cxnId="{08AFC640-DCED-4D46-A619-AB72E89B9E35}">
      <dgm:prSet/>
      <dgm:spPr/>
      <dgm:t>
        <a:bodyPr/>
        <a:lstStyle/>
        <a:p>
          <a:endParaRPr lang="en-US"/>
        </a:p>
      </dgm:t>
    </dgm:pt>
    <dgm:pt modelId="{9C6BF914-3661-4D61-8E05-0BDE186379A2}" type="sibTrans" cxnId="{08AFC640-DCED-4D46-A619-AB72E89B9E35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E4BBD995-5107-428E-929C-24CD8AA2CC3C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/>
            <a:t>Maintenance</a:t>
          </a:r>
        </a:p>
      </dgm:t>
    </dgm:pt>
    <dgm:pt modelId="{B7A8766A-5D9D-4261-99DE-10466EBD9F41}" type="parTrans" cxnId="{B7EEBF21-3AF4-4BF5-85AE-B3DCA090A9E1}">
      <dgm:prSet/>
      <dgm:spPr/>
      <dgm:t>
        <a:bodyPr/>
        <a:lstStyle/>
        <a:p>
          <a:endParaRPr lang="en-US"/>
        </a:p>
      </dgm:t>
    </dgm:pt>
    <dgm:pt modelId="{0B145BE4-7140-46E9-8932-91F3454FC8B3}" type="sibTrans" cxnId="{B7EEBF21-3AF4-4BF5-85AE-B3DCA090A9E1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11EE7AE8-A447-42CA-9158-06D1193B2FC0}" type="pres">
      <dgm:prSet presAssocID="{1A06E901-AC26-4F95-8BD2-E856A0333F2F}" presName="cycle" presStyleCnt="0">
        <dgm:presLayoutVars>
          <dgm:dir/>
          <dgm:resizeHandles val="exact"/>
        </dgm:presLayoutVars>
      </dgm:prSet>
      <dgm:spPr/>
    </dgm:pt>
    <dgm:pt modelId="{5DEAAF03-E62E-4A8A-85FE-5B52FC6D48AD}" type="pres">
      <dgm:prSet presAssocID="{658E7E21-B072-42F8-8D4F-4829CCED4481}" presName="node" presStyleLbl="node1" presStyleIdx="0" presStyleCnt="6">
        <dgm:presLayoutVars>
          <dgm:bulletEnabled val="1"/>
        </dgm:presLayoutVars>
      </dgm:prSet>
      <dgm:spPr/>
    </dgm:pt>
    <dgm:pt modelId="{8C71CFC8-F581-48A2-A048-EB50C2596ABA}" type="pres">
      <dgm:prSet presAssocID="{658E7E21-B072-42F8-8D4F-4829CCED4481}" presName="spNode" presStyleCnt="0"/>
      <dgm:spPr/>
    </dgm:pt>
    <dgm:pt modelId="{7A09C02E-A77E-4054-BF50-F936F1859F17}" type="pres">
      <dgm:prSet presAssocID="{197A267C-8649-4D0D-B13E-9CD5F25803FA}" presName="sibTrans" presStyleLbl="sibTrans1D1" presStyleIdx="0" presStyleCnt="6"/>
      <dgm:spPr/>
    </dgm:pt>
    <dgm:pt modelId="{55AE80B9-0298-4EB5-BF32-1EE86AF2B173}" type="pres">
      <dgm:prSet presAssocID="{1EACF671-2DB4-4108-B8E5-E8D797A07642}" presName="node" presStyleLbl="node1" presStyleIdx="1" presStyleCnt="6">
        <dgm:presLayoutVars>
          <dgm:bulletEnabled val="1"/>
        </dgm:presLayoutVars>
      </dgm:prSet>
      <dgm:spPr/>
    </dgm:pt>
    <dgm:pt modelId="{20787F29-F76A-460E-9AB4-C2DD9D4FC1FE}" type="pres">
      <dgm:prSet presAssocID="{1EACF671-2DB4-4108-B8E5-E8D797A07642}" presName="spNode" presStyleCnt="0"/>
      <dgm:spPr/>
    </dgm:pt>
    <dgm:pt modelId="{26C23ED8-F22B-4DEE-BF7A-30F6FD932BC5}" type="pres">
      <dgm:prSet presAssocID="{4603783F-5BCF-480B-BD74-4F023F1E4D34}" presName="sibTrans" presStyleLbl="sibTrans1D1" presStyleIdx="1" presStyleCnt="6"/>
      <dgm:spPr/>
    </dgm:pt>
    <dgm:pt modelId="{BDA7FA2E-B11D-410E-8278-EE07B8778BDD}" type="pres">
      <dgm:prSet presAssocID="{D69EB8A1-E50A-4C63-AE00-09D98A60F5CF}" presName="node" presStyleLbl="node1" presStyleIdx="2" presStyleCnt="6">
        <dgm:presLayoutVars>
          <dgm:bulletEnabled val="1"/>
        </dgm:presLayoutVars>
      </dgm:prSet>
      <dgm:spPr/>
    </dgm:pt>
    <dgm:pt modelId="{5C6761C7-E19F-4163-9D42-BC0173699923}" type="pres">
      <dgm:prSet presAssocID="{D69EB8A1-E50A-4C63-AE00-09D98A60F5CF}" presName="spNode" presStyleCnt="0"/>
      <dgm:spPr/>
    </dgm:pt>
    <dgm:pt modelId="{360DC452-9013-47D3-8F72-F73F8808D654}" type="pres">
      <dgm:prSet presAssocID="{C3C7B8BC-9E9B-4841-B7D4-C250990FB9FF}" presName="sibTrans" presStyleLbl="sibTrans1D1" presStyleIdx="2" presStyleCnt="6"/>
      <dgm:spPr/>
    </dgm:pt>
    <dgm:pt modelId="{67ACC005-C7EA-463E-A6EE-0EFE8CFA9395}" type="pres">
      <dgm:prSet presAssocID="{EC1AA95C-96DA-46E9-9077-32266625E2C5}" presName="node" presStyleLbl="node1" presStyleIdx="3" presStyleCnt="6">
        <dgm:presLayoutVars>
          <dgm:bulletEnabled val="1"/>
        </dgm:presLayoutVars>
      </dgm:prSet>
      <dgm:spPr/>
    </dgm:pt>
    <dgm:pt modelId="{2B322D2C-3646-48C2-9D08-A7693DB30184}" type="pres">
      <dgm:prSet presAssocID="{EC1AA95C-96DA-46E9-9077-32266625E2C5}" presName="spNode" presStyleCnt="0"/>
      <dgm:spPr/>
    </dgm:pt>
    <dgm:pt modelId="{7B2B1571-4AF7-4D15-A763-36BECAB27425}" type="pres">
      <dgm:prSet presAssocID="{E6F43E23-1D79-4464-9ED2-01336699E247}" presName="sibTrans" presStyleLbl="sibTrans1D1" presStyleIdx="3" presStyleCnt="6"/>
      <dgm:spPr/>
    </dgm:pt>
    <dgm:pt modelId="{DE7999EF-6BE6-4DBE-906E-DF5F4845E1D3}" type="pres">
      <dgm:prSet presAssocID="{DC9AE402-FF2E-4ACE-8C23-218F4A5F9EF0}" presName="node" presStyleLbl="node1" presStyleIdx="4" presStyleCnt="6">
        <dgm:presLayoutVars>
          <dgm:bulletEnabled val="1"/>
        </dgm:presLayoutVars>
      </dgm:prSet>
      <dgm:spPr/>
    </dgm:pt>
    <dgm:pt modelId="{D14CC4DF-71E6-4BBF-820C-ADCE776F3465}" type="pres">
      <dgm:prSet presAssocID="{DC9AE402-FF2E-4ACE-8C23-218F4A5F9EF0}" presName="spNode" presStyleCnt="0"/>
      <dgm:spPr/>
    </dgm:pt>
    <dgm:pt modelId="{5E19F685-A069-4710-8915-C0E78A21EAE7}" type="pres">
      <dgm:prSet presAssocID="{9C6BF914-3661-4D61-8E05-0BDE186379A2}" presName="sibTrans" presStyleLbl="sibTrans1D1" presStyleIdx="4" presStyleCnt="6"/>
      <dgm:spPr/>
    </dgm:pt>
    <dgm:pt modelId="{500B0699-8C09-4C5F-8B06-BB1FBDC58028}" type="pres">
      <dgm:prSet presAssocID="{E4BBD995-5107-428E-929C-24CD8AA2CC3C}" presName="node" presStyleLbl="node1" presStyleIdx="5" presStyleCnt="6">
        <dgm:presLayoutVars>
          <dgm:bulletEnabled val="1"/>
        </dgm:presLayoutVars>
      </dgm:prSet>
      <dgm:spPr/>
    </dgm:pt>
    <dgm:pt modelId="{CC6B1AC3-B00C-400D-BD47-6BB4F467183F}" type="pres">
      <dgm:prSet presAssocID="{E4BBD995-5107-428E-929C-24CD8AA2CC3C}" presName="spNode" presStyleCnt="0"/>
      <dgm:spPr/>
    </dgm:pt>
    <dgm:pt modelId="{AD0EEAAD-2460-4A05-B4A8-30BD880BA16C}" type="pres">
      <dgm:prSet presAssocID="{0B145BE4-7140-46E9-8932-91F3454FC8B3}" presName="sibTrans" presStyleLbl="sibTrans1D1" presStyleIdx="5" presStyleCnt="6"/>
      <dgm:spPr/>
    </dgm:pt>
  </dgm:ptLst>
  <dgm:cxnLst>
    <dgm:cxn modelId="{97E5CF0D-4B58-49ED-99F3-BE91DE97A0F3}" type="presOf" srcId="{197A267C-8649-4D0D-B13E-9CD5F25803FA}" destId="{7A09C02E-A77E-4054-BF50-F936F1859F17}" srcOrd="0" destOrd="0" presId="urn:microsoft.com/office/officeart/2005/8/layout/cycle5"/>
    <dgm:cxn modelId="{60104713-145E-4619-B907-65E15399C1C3}" type="presOf" srcId="{D69EB8A1-E50A-4C63-AE00-09D98A60F5CF}" destId="{BDA7FA2E-B11D-410E-8278-EE07B8778BDD}" srcOrd="0" destOrd="0" presId="urn:microsoft.com/office/officeart/2005/8/layout/cycle5"/>
    <dgm:cxn modelId="{B7EEBF21-3AF4-4BF5-85AE-B3DCA090A9E1}" srcId="{1A06E901-AC26-4F95-8BD2-E856A0333F2F}" destId="{E4BBD995-5107-428E-929C-24CD8AA2CC3C}" srcOrd="5" destOrd="0" parTransId="{B7A8766A-5D9D-4261-99DE-10466EBD9F41}" sibTransId="{0B145BE4-7140-46E9-8932-91F3454FC8B3}"/>
    <dgm:cxn modelId="{E9F8772F-D8F5-4E2C-A3FE-96DC53DEC90C}" type="presOf" srcId="{1A06E901-AC26-4F95-8BD2-E856A0333F2F}" destId="{11EE7AE8-A447-42CA-9158-06D1193B2FC0}" srcOrd="0" destOrd="0" presId="urn:microsoft.com/office/officeart/2005/8/layout/cycle5"/>
    <dgm:cxn modelId="{6A06B42F-AF4B-403C-B01F-B4F70E88DF53}" type="presOf" srcId="{4603783F-5BCF-480B-BD74-4F023F1E4D34}" destId="{26C23ED8-F22B-4DEE-BF7A-30F6FD932BC5}" srcOrd="0" destOrd="0" presId="urn:microsoft.com/office/officeart/2005/8/layout/cycle5"/>
    <dgm:cxn modelId="{E8D76632-C341-47E0-9DCA-A1AAA84622B1}" type="presOf" srcId="{0B145BE4-7140-46E9-8932-91F3454FC8B3}" destId="{AD0EEAAD-2460-4A05-B4A8-30BD880BA16C}" srcOrd="0" destOrd="0" presId="urn:microsoft.com/office/officeart/2005/8/layout/cycle5"/>
    <dgm:cxn modelId="{F72D1C40-F63C-45E3-8F5A-A39623BF7A5C}" srcId="{1A06E901-AC26-4F95-8BD2-E856A0333F2F}" destId="{D69EB8A1-E50A-4C63-AE00-09D98A60F5CF}" srcOrd="2" destOrd="0" parTransId="{35A44E01-2369-4303-A3A7-5CCD221BF834}" sibTransId="{C3C7B8BC-9E9B-4841-B7D4-C250990FB9FF}"/>
    <dgm:cxn modelId="{08AFC640-DCED-4D46-A619-AB72E89B9E35}" srcId="{1A06E901-AC26-4F95-8BD2-E856A0333F2F}" destId="{DC9AE402-FF2E-4ACE-8C23-218F4A5F9EF0}" srcOrd="4" destOrd="0" parTransId="{0200FCB1-7DCC-427D-AF98-106F77DAFBCD}" sibTransId="{9C6BF914-3661-4D61-8E05-0BDE186379A2}"/>
    <dgm:cxn modelId="{7E89875F-4029-4ACA-88EC-C34C807C08FF}" type="presOf" srcId="{9C6BF914-3661-4D61-8E05-0BDE186379A2}" destId="{5E19F685-A069-4710-8915-C0E78A21EAE7}" srcOrd="0" destOrd="0" presId="urn:microsoft.com/office/officeart/2005/8/layout/cycle5"/>
    <dgm:cxn modelId="{B5CE3967-38A3-4D69-AA15-F9A8CCB720BA}" srcId="{1A06E901-AC26-4F95-8BD2-E856A0333F2F}" destId="{1EACF671-2DB4-4108-B8E5-E8D797A07642}" srcOrd="1" destOrd="0" parTransId="{A1731302-FB10-418B-AF47-BDCEED3B86DA}" sibTransId="{4603783F-5BCF-480B-BD74-4F023F1E4D34}"/>
    <dgm:cxn modelId="{3222756C-C0AB-413E-AC34-7C5520753185}" type="presOf" srcId="{658E7E21-B072-42F8-8D4F-4829CCED4481}" destId="{5DEAAF03-E62E-4A8A-85FE-5B52FC6D48AD}" srcOrd="0" destOrd="0" presId="urn:microsoft.com/office/officeart/2005/8/layout/cycle5"/>
    <dgm:cxn modelId="{436E405A-8FE3-48B2-8767-998E4E125F19}" type="presOf" srcId="{E6F43E23-1D79-4464-9ED2-01336699E247}" destId="{7B2B1571-4AF7-4D15-A763-36BECAB27425}" srcOrd="0" destOrd="0" presId="urn:microsoft.com/office/officeart/2005/8/layout/cycle5"/>
    <dgm:cxn modelId="{70207A84-CE4C-4773-AA71-C925EAFB3054}" srcId="{1A06E901-AC26-4F95-8BD2-E856A0333F2F}" destId="{658E7E21-B072-42F8-8D4F-4829CCED4481}" srcOrd="0" destOrd="0" parTransId="{0AF9DDFC-43F1-4C62-934A-E91DAA8B866D}" sibTransId="{197A267C-8649-4D0D-B13E-9CD5F25803FA}"/>
    <dgm:cxn modelId="{A4006787-D589-4F16-B755-2D5ED8AF3DD2}" type="presOf" srcId="{1EACF671-2DB4-4108-B8E5-E8D797A07642}" destId="{55AE80B9-0298-4EB5-BF32-1EE86AF2B173}" srcOrd="0" destOrd="0" presId="urn:microsoft.com/office/officeart/2005/8/layout/cycle5"/>
    <dgm:cxn modelId="{E29B73A2-EC1F-43FF-BB94-D9034BBFC5D0}" srcId="{1A06E901-AC26-4F95-8BD2-E856A0333F2F}" destId="{EC1AA95C-96DA-46E9-9077-32266625E2C5}" srcOrd="3" destOrd="0" parTransId="{39F66A64-AB37-4AFF-8736-1B92B08B41C3}" sibTransId="{E6F43E23-1D79-4464-9ED2-01336699E247}"/>
    <dgm:cxn modelId="{F80DB4A9-3AA6-4721-A8D9-07BA2825F882}" type="presOf" srcId="{C3C7B8BC-9E9B-4841-B7D4-C250990FB9FF}" destId="{360DC452-9013-47D3-8F72-F73F8808D654}" srcOrd="0" destOrd="0" presId="urn:microsoft.com/office/officeart/2005/8/layout/cycle5"/>
    <dgm:cxn modelId="{ABCCB8A9-1D97-4A01-91A7-57E388683110}" type="presOf" srcId="{EC1AA95C-96DA-46E9-9077-32266625E2C5}" destId="{67ACC005-C7EA-463E-A6EE-0EFE8CFA9395}" srcOrd="0" destOrd="0" presId="urn:microsoft.com/office/officeart/2005/8/layout/cycle5"/>
    <dgm:cxn modelId="{F385EFB2-85BB-4C38-AEDF-1C3650729476}" type="presOf" srcId="{E4BBD995-5107-428E-929C-24CD8AA2CC3C}" destId="{500B0699-8C09-4C5F-8B06-BB1FBDC58028}" srcOrd="0" destOrd="0" presId="urn:microsoft.com/office/officeart/2005/8/layout/cycle5"/>
    <dgm:cxn modelId="{198715ED-6977-470D-AD27-EA11C5D49904}" type="presOf" srcId="{DC9AE402-FF2E-4ACE-8C23-218F4A5F9EF0}" destId="{DE7999EF-6BE6-4DBE-906E-DF5F4845E1D3}" srcOrd="0" destOrd="0" presId="urn:microsoft.com/office/officeart/2005/8/layout/cycle5"/>
    <dgm:cxn modelId="{FA51BC97-0CC3-4D2C-A4CD-40E51E0C0DF8}" type="presParOf" srcId="{11EE7AE8-A447-42CA-9158-06D1193B2FC0}" destId="{5DEAAF03-E62E-4A8A-85FE-5B52FC6D48AD}" srcOrd="0" destOrd="0" presId="urn:microsoft.com/office/officeart/2005/8/layout/cycle5"/>
    <dgm:cxn modelId="{A8B72518-C8CA-4FC5-9281-B030BFFD6233}" type="presParOf" srcId="{11EE7AE8-A447-42CA-9158-06D1193B2FC0}" destId="{8C71CFC8-F581-48A2-A048-EB50C2596ABA}" srcOrd="1" destOrd="0" presId="urn:microsoft.com/office/officeart/2005/8/layout/cycle5"/>
    <dgm:cxn modelId="{CDCD05C1-1B67-435A-83B3-58E12304573D}" type="presParOf" srcId="{11EE7AE8-A447-42CA-9158-06D1193B2FC0}" destId="{7A09C02E-A77E-4054-BF50-F936F1859F17}" srcOrd="2" destOrd="0" presId="urn:microsoft.com/office/officeart/2005/8/layout/cycle5"/>
    <dgm:cxn modelId="{CFB4F742-7F58-4EC6-9B9C-1931AA122B93}" type="presParOf" srcId="{11EE7AE8-A447-42CA-9158-06D1193B2FC0}" destId="{55AE80B9-0298-4EB5-BF32-1EE86AF2B173}" srcOrd="3" destOrd="0" presId="urn:microsoft.com/office/officeart/2005/8/layout/cycle5"/>
    <dgm:cxn modelId="{5B7469F8-7B86-4576-AE23-028C5E2CFBBC}" type="presParOf" srcId="{11EE7AE8-A447-42CA-9158-06D1193B2FC0}" destId="{20787F29-F76A-460E-9AB4-C2DD9D4FC1FE}" srcOrd="4" destOrd="0" presId="urn:microsoft.com/office/officeart/2005/8/layout/cycle5"/>
    <dgm:cxn modelId="{5400E34F-119E-4DDD-8F6D-118F1ACB46E4}" type="presParOf" srcId="{11EE7AE8-A447-42CA-9158-06D1193B2FC0}" destId="{26C23ED8-F22B-4DEE-BF7A-30F6FD932BC5}" srcOrd="5" destOrd="0" presId="urn:microsoft.com/office/officeart/2005/8/layout/cycle5"/>
    <dgm:cxn modelId="{73D75682-8658-4B05-BE99-729624B1C0C4}" type="presParOf" srcId="{11EE7AE8-A447-42CA-9158-06D1193B2FC0}" destId="{BDA7FA2E-B11D-410E-8278-EE07B8778BDD}" srcOrd="6" destOrd="0" presId="urn:microsoft.com/office/officeart/2005/8/layout/cycle5"/>
    <dgm:cxn modelId="{75C5445D-0561-4146-A7AC-6C4512064195}" type="presParOf" srcId="{11EE7AE8-A447-42CA-9158-06D1193B2FC0}" destId="{5C6761C7-E19F-4163-9D42-BC0173699923}" srcOrd="7" destOrd="0" presId="urn:microsoft.com/office/officeart/2005/8/layout/cycle5"/>
    <dgm:cxn modelId="{0B82B4DB-3D13-4C38-88FF-5452BB474200}" type="presParOf" srcId="{11EE7AE8-A447-42CA-9158-06D1193B2FC0}" destId="{360DC452-9013-47D3-8F72-F73F8808D654}" srcOrd="8" destOrd="0" presId="urn:microsoft.com/office/officeart/2005/8/layout/cycle5"/>
    <dgm:cxn modelId="{403D1DD0-20A0-4EFC-9E8F-43CB4B78F0F6}" type="presParOf" srcId="{11EE7AE8-A447-42CA-9158-06D1193B2FC0}" destId="{67ACC005-C7EA-463E-A6EE-0EFE8CFA9395}" srcOrd="9" destOrd="0" presId="urn:microsoft.com/office/officeart/2005/8/layout/cycle5"/>
    <dgm:cxn modelId="{BDA7DBF3-E3B6-4696-AA82-8BAA097145F3}" type="presParOf" srcId="{11EE7AE8-A447-42CA-9158-06D1193B2FC0}" destId="{2B322D2C-3646-48C2-9D08-A7693DB30184}" srcOrd="10" destOrd="0" presId="urn:microsoft.com/office/officeart/2005/8/layout/cycle5"/>
    <dgm:cxn modelId="{0999ABD6-2301-4EA1-8357-9C569AB240FA}" type="presParOf" srcId="{11EE7AE8-A447-42CA-9158-06D1193B2FC0}" destId="{7B2B1571-4AF7-4D15-A763-36BECAB27425}" srcOrd="11" destOrd="0" presId="urn:microsoft.com/office/officeart/2005/8/layout/cycle5"/>
    <dgm:cxn modelId="{0FEF2978-AC6C-4E35-902A-B879DCB23687}" type="presParOf" srcId="{11EE7AE8-A447-42CA-9158-06D1193B2FC0}" destId="{DE7999EF-6BE6-4DBE-906E-DF5F4845E1D3}" srcOrd="12" destOrd="0" presId="urn:microsoft.com/office/officeart/2005/8/layout/cycle5"/>
    <dgm:cxn modelId="{333E0595-411C-4B41-B2DC-81B6153B7DF7}" type="presParOf" srcId="{11EE7AE8-A447-42CA-9158-06D1193B2FC0}" destId="{D14CC4DF-71E6-4BBF-820C-ADCE776F3465}" srcOrd="13" destOrd="0" presId="urn:microsoft.com/office/officeart/2005/8/layout/cycle5"/>
    <dgm:cxn modelId="{7B33D0B3-439C-43C1-BEF7-104ED487081B}" type="presParOf" srcId="{11EE7AE8-A447-42CA-9158-06D1193B2FC0}" destId="{5E19F685-A069-4710-8915-C0E78A21EAE7}" srcOrd="14" destOrd="0" presId="urn:microsoft.com/office/officeart/2005/8/layout/cycle5"/>
    <dgm:cxn modelId="{F74D6E52-B9F1-4645-AA8E-968CA5B747B9}" type="presParOf" srcId="{11EE7AE8-A447-42CA-9158-06D1193B2FC0}" destId="{500B0699-8C09-4C5F-8B06-BB1FBDC58028}" srcOrd="15" destOrd="0" presId="urn:microsoft.com/office/officeart/2005/8/layout/cycle5"/>
    <dgm:cxn modelId="{DB44C81C-9588-46E8-A720-0F660AB1EAF4}" type="presParOf" srcId="{11EE7AE8-A447-42CA-9158-06D1193B2FC0}" destId="{CC6B1AC3-B00C-400D-BD47-6BB4F467183F}" srcOrd="16" destOrd="0" presId="urn:microsoft.com/office/officeart/2005/8/layout/cycle5"/>
    <dgm:cxn modelId="{27FF58C4-BBE5-47EF-A7D7-EEA57ADA92F1}" type="presParOf" srcId="{11EE7AE8-A447-42CA-9158-06D1193B2FC0}" destId="{AD0EEAAD-2460-4A05-B4A8-30BD880BA16C}" srcOrd="17" destOrd="0" presId="urn:microsoft.com/office/officeart/2005/8/layout/cycle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603F6B-BD0D-46A4-8AB0-2BF391605C6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7771BD-4DD1-4FF9-9D3D-A04C29A00D80}">
      <dgm:prSet phldrT="[Text]"/>
      <dgm:spPr/>
      <dgm:t>
        <a:bodyPr/>
        <a:lstStyle/>
        <a:p>
          <a:r>
            <a:rPr lang="en-US" b="1" dirty="0"/>
            <a:t>Requirements (Planning)</a:t>
          </a:r>
          <a:endParaRPr lang="en-US" dirty="0"/>
        </a:p>
      </dgm:t>
    </dgm:pt>
    <dgm:pt modelId="{8FF797BB-55E9-4DF4-A498-B91B7298E16F}" type="parTrans" cxnId="{BE943D0D-279E-405F-BEBF-1F964589A2D5}">
      <dgm:prSet/>
      <dgm:spPr/>
      <dgm:t>
        <a:bodyPr/>
        <a:lstStyle/>
        <a:p>
          <a:endParaRPr lang="en-US"/>
        </a:p>
      </dgm:t>
    </dgm:pt>
    <dgm:pt modelId="{7D566C6E-282D-4B80-A4C2-70B469F6D886}" type="sibTrans" cxnId="{BE943D0D-279E-405F-BEBF-1F964589A2D5}">
      <dgm:prSet/>
      <dgm:spPr/>
      <dgm:t>
        <a:bodyPr/>
        <a:lstStyle/>
        <a:p>
          <a:endParaRPr lang="en-US"/>
        </a:p>
      </dgm:t>
    </dgm:pt>
    <dgm:pt modelId="{8C994BDC-A33E-41BD-90AC-5A01C8BC6B04}">
      <dgm:prSet/>
      <dgm:spPr/>
      <dgm:t>
        <a:bodyPr/>
        <a:lstStyle/>
        <a:p>
          <a:r>
            <a:rPr lang="en-US" dirty="0"/>
            <a:t>Stories are refined just before each sprint, not locked upfront.</a:t>
          </a:r>
        </a:p>
      </dgm:t>
    </dgm:pt>
    <dgm:pt modelId="{D1DA2953-3836-4BA6-944D-6AF46080F9C2}" type="parTrans" cxnId="{60C1F290-F58C-492C-832A-D4493E83A474}">
      <dgm:prSet/>
      <dgm:spPr/>
      <dgm:t>
        <a:bodyPr/>
        <a:lstStyle/>
        <a:p>
          <a:endParaRPr lang="en-US"/>
        </a:p>
      </dgm:t>
    </dgm:pt>
    <dgm:pt modelId="{2B9582E0-31A6-4205-B747-6502A8D844B3}" type="sibTrans" cxnId="{60C1F290-F58C-492C-832A-D4493E83A474}">
      <dgm:prSet/>
      <dgm:spPr/>
      <dgm:t>
        <a:bodyPr/>
        <a:lstStyle/>
        <a:p>
          <a:endParaRPr lang="en-US"/>
        </a:p>
      </dgm:t>
    </dgm:pt>
    <dgm:pt modelId="{FDB64EC8-F530-4B8E-AB0F-8FA433D6A3FD}">
      <dgm:prSet/>
      <dgm:spPr/>
      <dgm:t>
        <a:bodyPr/>
        <a:lstStyle/>
        <a:p>
          <a:r>
            <a:rPr lang="en-US"/>
            <a:t>Why it matters: the backlog can absorb client changes, such as SNHU Travel’s shift to wellness trips, without a restart.</a:t>
          </a:r>
          <a:endParaRPr lang="en-US" dirty="0"/>
        </a:p>
      </dgm:t>
    </dgm:pt>
    <dgm:pt modelId="{F41FC468-9F0E-4957-BDB9-C46B7CFA6946}" type="parTrans" cxnId="{7878A2E9-807C-41BC-A3B5-AE7DD708D442}">
      <dgm:prSet/>
      <dgm:spPr/>
      <dgm:t>
        <a:bodyPr/>
        <a:lstStyle/>
        <a:p>
          <a:endParaRPr lang="en-US"/>
        </a:p>
      </dgm:t>
    </dgm:pt>
    <dgm:pt modelId="{2AFA0E25-5BC9-4591-B6F6-95B5B8BF9CE2}" type="sibTrans" cxnId="{7878A2E9-807C-41BC-A3B5-AE7DD708D442}">
      <dgm:prSet/>
      <dgm:spPr/>
      <dgm:t>
        <a:bodyPr/>
        <a:lstStyle/>
        <a:p>
          <a:endParaRPr lang="en-US"/>
        </a:p>
      </dgm:t>
    </dgm:pt>
    <dgm:pt modelId="{A3A49F54-8118-44DB-AC24-6D607881AA64}">
      <dgm:prSet/>
      <dgm:spPr/>
      <dgm:t>
        <a:bodyPr/>
        <a:lstStyle/>
        <a:p>
          <a:r>
            <a:rPr lang="en-US" b="1"/>
            <a:t>Design</a:t>
          </a:r>
          <a:endParaRPr lang="en-US" dirty="0"/>
        </a:p>
      </dgm:t>
    </dgm:pt>
    <dgm:pt modelId="{7C4C5909-D784-4D1C-9E57-37CC585426F1}" type="parTrans" cxnId="{72746AA1-7F0B-433D-99CF-08326D85843E}">
      <dgm:prSet/>
      <dgm:spPr/>
      <dgm:t>
        <a:bodyPr/>
        <a:lstStyle/>
        <a:p>
          <a:endParaRPr lang="en-US"/>
        </a:p>
      </dgm:t>
    </dgm:pt>
    <dgm:pt modelId="{D6469CED-FBBC-4516-921C-A241757A7B2D}" type="sibTrans" cxnId="{72746AA1-7F0B-433D-99CF-08326D85843E}">
      <dgm:prSet/>
      <dgm:spPr/>
      <dgm:t>
        <a:bodyPr/>
        <a:lstStyle/>
        <a:p>
          <a:endParaRPr lang="en-US"/>
        </a:p>
      </dgm:t>
    </dgm:pt>
    <dgm:pt modelId="{29458E77-D9EA-4DA4-BDA9-856F216DCA96}">
      <dgm:prSet/>
      <dgm:spPr/>
      <dgm:t>
        <a:bodyPr/>
        <a:lstStyle/>
        <a:p>
          <a:r>
            <a:rPr lang="en-US" dirty="0"/>
            <a:t>The team designs only what the current sprint’s stories need.</a:t>
          </a:r>
        </a:p>
      </dgm:t>
    </dgm:pt>
    <dgm:pt modelId="{97456723-B3A8-4D22-BCE4-FAD061288C8C}" type="parTrans" cxnId="{FC8AD784-E322-4ED2-A85D-4AA78B5D147F}">
      <dgm:prSet/>
      <dgm:spPr/>
      <dgm:t>
        <a:bodyPr/>
        <a:lstStyle/>
        <a:p>
          <a:endParaRPr lang="en-US"/>
        </a:p>
      </dgm:t>
    </dgm:pt>
    <dgm:pt modelId="{63D7CB69-5416-437A-BBB1-5C0AC9D9C978}" type="sibTrans" cxnId="{FC8AD784-E322-4ED2-A85D-4AA78B5D147F}">
      <dgm:prSet/>
      <dgm:spPr/>
      <dgm:t>
        <a:bodyPr/>
        <a:lstStyle/>
        <a:p>
          <a:endParaRPr lang="en-US"/>
        </a:p>
      </dgm:t>
    </dgm:pt>
    <dgm:pt modelId="{C3C3CA1C-75AB-4403-9B17-198CBB2A383E}">
      <dgm:prSet/>
      <dgm:spPr/>
      <dgm:t>
        <a:bodyPr/>
        <a:lstStyle/>
        <a:p>
          <a:r>
            <a:rPr lang="en-US" dirty="0"/>
            <a:t>Why it matters: it avoids spending effort designing features that may later be cut or change</a:t>
          </a:r>
        </a:p>
      </dgm:t>
    </dgm:pt>
    <dgm:pt modelId="{A448382B-2CB8-4D4D-9700-3AE5A7714DD4}" type="parTrans" cxnId="{D31C5346-34B7-4250-9362-A62B13D4C962}">
      <dgm:prSet/>
      <dgm:spPr/>
      <dgm:t>
        <a:bodyPr/>
        <a:lstStyle/>
        <a:p>
          <a:endParaRPr lang="en-US"/>
        </a:p>
      </dgm:t>
    </dgm:pt>
    <dgm:pt modelId="{3C9C2107-E0CA-48D4-9537-71E322328A56}" type="sibTrans" cxnId="{D31C5346-34B7-4250-9362-A62B13D4C962}">
      <dgm:prSet/>
      <dgm:spPr/>
      <dgm:t>
        <a:bodyPr/>
        <a:lstStyle/>
        <a:p>
          <a:endParaRPr lang="en-US"/>
        </a:p>
      </dgm:t>
    </dgm:pt>
    <dgm:pt modelId="{B4A05E63-9F2B-4052-921E-F6DCEF2C131E}">
      <dgm:prSet/>
      <dgm:spPr/>
      <dgm:t>
        <a:bodyPr/>
        <a:lstStyle/>
        <a:p>
          <a:r>
            <a:rPr lang="en-US" b="1"/>
            <a:t>Testing</a:t>
          </a:r>
          <a:endParaRPr lang="en-US" dirty="0"/>
        </a:p>
      </dgm:t>
    </dgm:pt>
    <dgm:pt modelId="{FA0CEB23-4214-4FAB-B5FE-0CA9CEF0C940}" type="parTrans" cxnId="{9693AABE-A1AC-4B18-9AEF-DFF675F571AA}">
      <dgm:prSet/>
      <dgm:spPr/>
      <dgm:t>
        <a:bodyPr/>
        <a:lstStyle/>
        <a:p>
          <a:endParaRPr lang="en-US"/>
        </a:p>
      </dgm:t>
    </dgm:pt>
    <dgm:pt modelId="{3840F4DE-7211-44D8-9BA0-19889B03B1F2}" type="sibTrans" cxnId="{9693AABE-A1AC-4B18-9AEF-DFF675F571AA}">
      <dgm:prSet/>
      <dgm:spPr/>
      <dgm:t>
        <a:bodyPr/>
        <a:lstStyle/>
        <a:p>
          <a:endParaRPr lang="en-US"/>
        </a:p>
      </dgm:t>
    </dgm:pt>
    <dgm:pt modelId="{C901778D-9B50-4DFA-86AB-A2A7DD323C3F}">
      <dgm:prSet/>
      <dgm:spPr/>
      <dgm:t>
        <a:bodyPr/>
        <a:lstStyle/>
        <a:p>
          <a:r>
            <a:rPr lang="en-US" dirty="0"/>
            <a:t>Each story is tested against its acceptance criteria within the same sprint.</a:t>
          </a:r>
        </a:p>
      </dgm:t>
    </dgm:pt>
    <dgm:pt modelId="{CBA18DC3-3F98-419E-A1CE-D9E6A4EFA2B6}" type="parTrans" cxnId="{34997ED8-E255-44A2-AAE3-6B4180D74C9F}">
      <dgm:prSet/>
      <dgm:spPr/>
      <dgm:t>
        <a:bodyPr/>
        <a:lstStyle/>
        <a:p>
          <a:endParaRPr lang="en-US"/>
        </a:p>
      </dgm:t>
    </dgm:pt>
    <dgm:pt modelId="{AD24A1FC-F6D0-4E3A-B860-4803C2E813F8}" type="sibTrans" cxnId="{34997ED8-E255-44A2-AAE3-6B4180D74C9F}">
      <dgm:prSet/>
      <dgm:spPr/>
      <dgm:t>
        <a:bodyPr/>
        <a:lstStyle/>
        <a:p>
          <a:endParaRPr lang="en-US"/>
        </a:p>
      </dgm:t>
    </dgm:pt>
    <dgm:pt modelId="{93324358-D3A8-422E-958D-F3D67F0ECA71}">
      <dgm:prSet/>
      <dgm:spPr/>
      <dgm:t>
        <a:bodyPr/>
        <a:lstStyle/>
        <a:p>
          <a:r>
            <a:rPr lang="en-US" dirty="0"/>
            <a:t>Why it matters: defects are found while they are cheap to fix, instead of piling up for a late testing phase (Mishra &amp; Alzoubi, 2023).</a:t>
          </a:r>
        </a:p>
      </dgm:t>
    </dgm:pt>
    <dgm:pt modelId="{9ADC980C-FA27-46CD-AD56-06F4B888DFDB}" type="parTrans" cxnId="{AC967159-E8DB-44E5-9A9C-8FBD2D48A1C9}">
      <dgm:prSet/>
      <dgm:spPr/>
      <dgm:t>
        <a:bodyPr/>
        <a:lstStyle/>
        <a:p>
          <a:endParaRPr lang="en-US"/>
        </a:p>
      </dgm:t>
    </dgm:pt>
    <dgm:pt modelId="{0A0A85EB-43B0-484F-8CB3-F92B2260009A}" type="sibTrans" cxnId="{AC967159-E8DB-44E5-9A9C-8FBD2D48A1C9}">
      <dgm:prSet/>
      <dgm:spPr/>
      <dgm:t>
        <a:bodyPr/>
        <a:lstStyle/>
        <a:p>
          <a:endParaRPr lang="en-US"/>
        </a:p>
      </dgm:t>
    </dgm:pt>
    <dgm:pt modelId="{F6ACA165-38BA-4D7A-9644-08B88E179D8E}">
      <dgm:prSet/>
      <dgm:spPr/>
      <dgm:t>
        <a:bodyPr/>
        <a:lstStyle/>
        <a:p>
          <a:r>
            <a:rPr lang="en-US" b="1"/>
            <a:t>Deployment (Review)</a:t>
          </a:r>
          <a:endParaRPr lang="en-US" dirty="0"/>
        </a:p>
      </dgm:t>
    </dgm:pt>
    <dgm:pt modelId="{6E6B9DE7-E11A-40D6-BA70-B3BFA6E87EAD}" type="parTrans" cxnId="{03F095F8-DA1D-4037-8A22-1D6280E0CEC7}">
      <dgm:prSet/>
      <dgm:spPr/>
      <dgm:t>
        <a:bodyPr/>
        <a:lstStyle/>
        <a:p>
          <a:endParaRPr lang="en-US"/>
        </a:p>
      </dgm:t>
    </dgm:pt>
    <dgm:pt modelId="{4467F3BA-26C9-4686-A455-0CCA6F6ADE87}" type="sibTrans" cxnId="{03F095F8-DA1D-4037-8A22-1D6280E0CEC7}">
      <dgm:prSet/>
      <dgm:spPr/>
      <dgm:t>
        <a:bodyPr/>
        <a:lstStyle/>
        <a:p>
          <a:endParaRPr lang="en-US"/>
        </a:p>
      </dgm:t>
    </dgm:pt>
    <dgm:pt modelId="{D750E85C-DCC9-4DB4-98A1-B7C34DF1C050}">
      <dgm:prSet/>
      <dgm:spPr/>
      <dgm:t>
        <a:bodyPr/>
        <a:lstStyle/>
        <a:p>
          <a:r>
            <a:rPr lang="en-US" dirty="0"/>
            <a:t>Completed work is shown to the client at the Sprint Review and can be released.</a:t>
          </a:r>
        </a:p>
      </dgm:t>
    </dgm:pt>
    <dgm:pt modelId="{A6FA71E1-6564-44C0-911F-1C1BDE738EC6}" type="parTrans" cxnId="{DEA5E442-E134-4227-BB63-2D2F7458A9F4}">
      <dgm:prSet/>
      <dgm:spPr/>
      <dgm:t>
        <a:bodyPr/>
        <a:lstStyle/>
        <a:p>
          <a:endParaRPr lang="en-US"/>
        </a:p>
      </dgm:t>
    </dgm:pt>
    <dgm:pt modelId="{9A9357AE-C9A4-4B11-80CD-A1897049C93A}" type="sibTrans" cxnId="{DEA5E442-E134-4227-BB63-2D2F7458A9F4}">
      <dgm:prSet/>
      <dgm:spPr/>
      <dgm:t>
        <a:bodyPr/>
        <a:lstStyle/>
        <a:p>
          <a:endParaRPr lang="en-US"/>
        </a:p>
      </dgm:t>
    </dgm:pt>
    <dgm:pt modelId="{817B6C53-9E25-4289-A0C7-6470FC994112}">
      <dgm:prSet/>
      <dgm:spPr/>
      <dgm:t>
        <a:bodyPr/>
        <a:lstStyle/>
        <a:p>
          <a:r>
            <a:rPr lang="en-US" dirty="0"/>
            <a:t>Why it matters: value reaches the client in increments and the client’s feedback shapes the next sprint.</a:t>
          </a:r>
        </a:p>
      </dgm:t>
    </dgm:pt>
    <dgm:pt modelId="{A61A0CC3-FA83-4878-A9ED-11DC0714FC1C}" type="parTrans" cxnId="{C1ABABF1-DB29-4683-AA50-25D5087C9988}">
      <dgm:prSet/>
      <dgm:spPr/>
      <dgm:t>
        <a:bodyPr/>
        <a:lstStyle/>
        <a:p>
          <a:endParaRPr lang="en-US"/>
        </a:p>
      </dgm:t>
    </dgm:pt>
    <dgm:pt modelId="{85DAAA68-4C47-47E2-8D69-50FAD3DE9400}" type="sibTrans" cxnId="{C1ABABF1-DB29-4683-AA50-25D5087C9988}">
      <dgm:prSet/>
      <dgm:spPr/>
      <dgm:t>
        <a:bodyPr/>
        <a:lstStyle/>
        <a:p>
          <a:endParaRPr lang="en-US"/>
        </a:p>
      </dgm:t>
    </dgm:pt>
    <dgm:pt modelId="{E4E50F32-43B5-4612-9148-2B23330D527D}">
      <dgm:prSet/>
      <dgm:spPr/>
      <dgm:t>
        <a:bodyPr/>
        <a:lstStyle/>
        <a:p>
          <a:r>
            <a:rPr lang="en-US" b="1"/>
            <a:t>Maintenance (Retrospective and Refinement)</a:t>
          </a:r>
          <a:endParaRPr lang="en-US" dirty="0"/>
        </a:p>
      </dgm:t>
    </dgm:pt>
    <dgm:pt modelId="{212D250F-8050-4546-B8B3-4000068332D1}" type="parTrans" cxnId="{9CE066A2-C5E5-4683-92AE-F394B014FA48}">
      <dgm:prSet/>
      <dgm:spPr/>
      <dgm:t>
        <a:bodyPr/>
        <a:lstStyle/>
        <a:p>
          <a:endParaRPr lang="en-US"/>
        </a:p>
      </dgm:t>
    </dgm:pt>
    <dgm:pt modelId="{A02A33AF-D757-4AD7-B70C-6AEC9CFF0029}" type="sibTrans" cxnId="{9CE066A2-C5E5-4683-92AE-F394B014FA48}">
      <dgm:prSet/>
      <dgm:spPr/>
      <dgm:t>
        <a:bodyPr/>
        <a:lstStyle/>
        <a:p>
          <a:endParaRPr lang="en-US"/>
        </a:p>
      </dgm:t>
    </dgm:pt>
    <dgm:pt modelId="{AB16E953-EC1B-4C3B-BE9E-B78F3CAE7E68}">
      <dgm:prSet/>
      <dgm:spPr/>
      <dgm:t>
        <a:bodyPr/>
        <a:lstStyle/>
        <a:p>
          <a:r>
            <a:rPr lang="en-US" dirty="0"/>
            <a:t>The team reviews its process and updates the backlog for the next cycle.</a:t>
          </a:r>
        </a:p>
      </dgm:t>
    </dgm:pt>
    <dgm:pt modelId="{D3CB17EE-661E-4838-91BB-0E350816376F}" type="parTrans" cxnId="{5C5FFFBB-3E1F-4209-8C1C-BFC710B85A53}">
      <dgm:prSet/>
      <dgm:spPr/>
      <dgm:t>
        <a:bodyPr/>
        <a:lstStyle/>
        <a:p>
          <a:endParaRPr lang="en-US"/>
        </a:p>
      </dgm:t>
    </dgm:pt>
    <dgm:pt modelId="{E257E1A9-C127-45F0-BCE3-ED6A394986A8}" type="sibTrans" cxnId="{5C5FFFBB-3E1F-4209-8C1C-BFC710B85A53}">
      <dgm:prSet/>
      <dgm:spPr/>
      <dgm:t>
        <a:bodyPr/>
        <a:lstStyle/>
        <a:p>
          <a:endParaRPr lang="en-US"/>
        </a:p>
      </dgm:t>
    </dgm:pt>
    <dgm:pt modelId="{72F630D7-B3C6-4666-AC0D-64E347FCE20C}">
      <dgm:prSet/>
      <dgm:spPr/>
      <dgm:t>
        <a:bodyPr/>
        <a:lstStyle/>
        <a:p>
          <a:r>
            <a:rPr lang="en-US"/>
            <a:t>Why it matters: both the product and the team’s process keep improving from sprint to sprint (Schwaber &amp; Sutherland, 2020</a:t>
          </a:r>
          <a:endParaRPr lang="en-US" dirty="0"/>
        </a:p>
      </dgm:t>
    </dgm:pt>
    <dgm:pt modelId="{6780DFBA-854E-40CB-9088-5133F3D0FF4D}" type="parTrans" cxnId="{8AFFE1C8-4BC1-492D-87DB-5C7D1D00B080}">
      <dgm:prSet/>
      <dgm:spPr/>
      <dgm:t>
        <a:bodyPr/>
        <a:lstStyle/>
        <a:p>
          <a:endParaRPr lang="en-US"/>
        </a:p>
      </dgm:t>
    </dgm:pt>
    <dgm:pt modelId="{EC674358-BBF0-4ABD-A2AE-72BEFBBBA60D}" type="sibTrans" cxnId="{8AFFE1C8-4BC1-492D-87DB-5C7D1D00B080}">
      <dgm:prSet/>
      <dgm:spPr/>
      <dgm:t>
        <a:bodyPr/>
        <a:lstStyle/>
        <a:p>
          <a:endParaRPr lang="en-US"/>
        </a:p>
      </dgm:t>
    </dgm:pt>
    <dgm:pt modelId="{1AF1F71A-3DDE-4059-94DA-115B42B761F1}">
      <dgm:prSet/>
      <dgm:spPr/>
      <dgm:t>
        <a:bodyPr/>
        <a:lstStyle/>
        <a:p>
          <a:r>
            <a:rPr lang="en-US" dirty="0"/>
            <a:t>Developers build a small, working increment each sprint.</a:t>
          </a:r>
        </a:p>
      </dgm:t>
    </dgm:pt>
    <dgm:pt modelId="{081AADBB-F1EE-4E92-811C-7669E5E88DF3}" type="parTrans" cxnId="{14F88A04-E226-43BC-BB6C-FDF738CF0605}">
      <dgm:prSet/>
      <dgm:spPr/>
      <dgm:t>
        <a:bodyPr/>
        <a:lstStyle/>
        <a:p>
          <a:endParaRPr lang="en-US"/>
        </a:p>
      </dgm:t>
    </dgm:pt>
    <dgm:pt modelId="{ED3DD921-BECA-4EAE-9B67-91785E5E2FAC}" type="sibTrans" cxnId="{14F88A04-E226-43BC-BB6C-FDF738CF0605}">
      <dgm:prSet/>
      <dgm:spPr/>
      <dgm:t>
        <a:bodyPr/>
        <a:lstStyle/>
        <a:p>
          <a:endParaRPr lang="en-US"/>
        </a:p>
      </dgm:t>
    </dgm:pt>
    <dgm:pt modelId="{368A6792-5FB1-49BD-81F3-EDB85BCCCF70}">
      <dgm:prSet/>
      <dgm:spPr/>
      <dgm:t>
        <a:bodyPr/>
        <a:lstStyle/>
        <a:p>
          <a:r>
            <a:rPr lang="en-US" dirty="0"/>
            <a:t>Why it matters: the client sees real progress early and can give feedback on working software, not documents.</a:t>
          </a:r>
        </a:p>
      </dgm:t>
    </dgm:pt>
    <dgm:pt modelId="{6A95E3A4-BC6E-486E-B7D3-3F6D0E62900D}" type="parTrans" cxnId="{A0FD5876-A6D2-463D-9474-A94A918E5A81}">
      <dgm:prSet/>
      <dgm:spPr/>
      <dgm:t>
        <a:bodyPr/>
        <a:lstStyle/>
        <a:p>
          <a:endParaRPr lang="en-US"/>
        </a:p>
      </dgm:t>
    </dgm:pt>
    <dgm:pt modelId="{49E03079-2220-41B2-8595-A6387E4CC638}" type="sibTrans" cxnId="{A0FD5876-A6D2-463D-9474-A94A918E5A81}">
      <dgm:prSet/>
      <dgm:spPr/>
      <dgm:t>
        <a:bodyPr/>
        <a:lstStyle/>
        <a:p>
          <a:endParaRPr lang="en-US"/>
        </a:p>
      </dgm:t>
    </dgm:pt>
    <dgm:pt modelId="{0B6DE6FF-B391-4288-80E6-3003A65A5B1A}">
      <dgm:prSet/>
      <dgm:spPr/>
      <dgm:t>
        <a:bodyPr/>
        <a:lstStyle/>
        <a:p>
          <a:r>
            <a:rPr lang="en-US" b="1" dirty="0"/>
            <a:t>Implementation (Development)</a:t>
          </a:r>
          <a:endParaRPr lang="en-US" dirty="0"/>
        </a:p>
      </dgm:t>
    </dgm:pt>
    <dgm:pt modelId="{30ABD816-F515-44BA-B898-F46614B7CB8C}" type="parTrans" cxnId="{EA9D72F7-4368-44C4-ACF9-3D2C15590796}">
      <dgm:prSet/>
      <dgm:spPr/>
      <dgm:t>
        <a:bodyPr/>
        <a:lstStyle/>
        <a:p>
          <a:endParaRPr lang="en-US"/>
        </a:p>
      </dgm:t>
    </dgm:pt>
    <dgm:pt modelId="{B5721127-0E55-44AE-A0F9-4ECBC4A22452}" type="sibTrans" cxnId="{EA9D72F7-4368-44C4-ACF9-3D2C15590796}">
      <dgm:prSet/>
      <dgm:spPr/>
      <dgm:t>
        <a:bodyPr/>
        <a:lstStyle/>
        <a:p>
          <a:endParaRPr lang="en-US"/>
        </a:p>
      </dgm:t>
    </dgm:pt>
    <dgm:pt modelId="{5856EAF2-52FF-4F3F-9FB0-75F85996CD54}">
      <dgm:prSet/>
      <dgm:spPr/>
      <dgm:t>
        <a:bodyPr/>
        <a:lstStyle/>
        <a:p>
          <a:endParaRPr lang="en-US" dirty="0"/>
        </a:p>
      </dgm:t>
    </dgm:pt>
    <dgm:pt modelId="{20BDF831-FAB0-40D7-A056-81E06430E36B}" type="parTrans" cxnId="{9C6CC544-FC99-46AD-9278-C37A5A13B1E6}">
      <dgm:prSet/>
      <dgm:spPr/>
    </dgm:pt>
    <dgm:pt modelId="{C24E9E53-34B4-4318-8276-F0D50D017D63}" type="sibTrans" cxnId="{9C6CC544-FC99-46AD-9278-C37A5A13B1E6}">
      <dgm:prSet/>
      <dgm:spPr/>
    </dgm:pt>
    <dgm:pt modelId="{9693C564-A94F-4A99-AF1D-AE2D600BB02A}">
      <dgm:prSet/>
      <dgm:spPr/>
      <dgm:t>
        <a:bodyPr/>
        <a:lstStyle/>
        <a:p>
          <a:endParaRPr lang="en-US" dirty="0"/>
        </a:p>
      </dgm:t>
    </dgm:pt>
    <dgm:pt modelId="{69B87630-D4AE-4133-8C87-68BF646BAFAE}" type="parTrans" cxnId="{89C8085A-A714-4975-96AC-9B949B3D5F27}">
      <dgm:prSet/>
      <dgm:spPr/>
    </dgm:pt>
    <dgm:pt modelId="{1383030E-A925-4263-9AB5-36E71387D2F0}" type="sibTrans" cxnId="{89C8085A-A714-4975-96AC-9B949B3D5F27}">
      <dgm:prSet/>
      <dgm:spPr/>
    </dgm:pt>
    <dgm:pt modelId="{F10B5C7C-0A41-4675-B164-61318C623D37}">
      <dgm:prSet/>
      <dgm:spPr/>
      <dgm:t>
        <a:bodyPr/>
        <a:lstStyle/>
        <a:p>
          <a:endParaRPr lang="en-US" dirty="0"/>
        </a:p>
      </dgm:t>
    </dgm:pt>
    <dgm:pt modelId="{6E743A82-9240-49C8-A580-51BA5D7436C7}" type="parTrans" cxnId="{65689EC2-2BC7-4B51-9C38-30AE084B48A6}">
      <dgm:prSet/>
      <dgm:spPr/>
    </dgm:pt>
    <dgm:pt modelId="{D8BD4E7B-61EF-406F-8F36-E67A57A13844}" type="sibTrans" cxnId="{65689EC2-2BC7-4B51-9C38-30AE084B48A6}">
      <dgm:prSet/>
      <dgm:spPr/>
    </dgm:pt>
    <dgm:pt modelId="{0FCFA772-85E3-489A-87DD-CA53949C9D22}">
      <dgm:prSet/>
      <dgm:spPr/>
      <dgm:t>
        <a:bodyPr/>
        <a:lstStyle/>
        <a:p>
          <a:endParaRPr lang="en-US" dirty="0"/>
        </a:p>
      </dgm:t>
    </dgm:pt>
    <dgm:pt modelId="{59646438-FA79-4E49-A491-E940B95243EA}" type="parTrans" cxnId="{E2DE445F-DD24-4E42-9366-7F732DDE28B9}">
      <dgm:prSet/>
      <dgm:spPr/>
    </dgm:pt>
    <dgm:pt modelId="{A8EED999-5B7A-4418-AE96-D8F3D81A7753}" type="sibTrans" cxnId="{E2DE445F-DD24-4E42-9366-7F732DDE28B9}">
      <dgm:prSet/>
      <dgm:spPr/>
    </dgm:pt>
    <dgm:pt modelId="{B8341D59-00D7-4330-905C-697725B99356}">
      <dgm:prSet/>
      <dgm:spPr/>
      <dgm:t>
        <a:bodyPr/>
        <a:lstStyle/>
        <a:p>
          <a:endParaRPr lang="en-US" dirty="0"/>
        </a:p>
      </dgm:t>
    </dgm:pt>
    <dgm:pt modelId="{6BD972F9-29EC-4CF1-8DE9-93FF54244061}" type="parTrans" cxnId="{57F7D87F-95ED-41CE-B738-16367E54E307}">
      <dgm:prSet/>
      <dgm:spPr/>
    </dgm:pt>
    <dgm:pt modelId="{514004C0-816D-4819-8C9F-0F421E216A33}" type="sibTrans" cxnId="{57F7D87F-95ED-41CE-B738-16367E54E307}">
      <dgm:prSet/>
      <dgm:spPr/>
    </dgm:pt>
    <dgm:pt modelId="{D07C2A56-C371-4176-92B3-7CE41E24CAB4}">
      <dgm:prSet/>
      <dgm:spPr/>
      <dgm:t>
        <a:bodyPr/>
        <a:lstStyle/>
        <a:p>
          <a:endParaRPr lang="en-US" dirty="0"/>
        </a:p>
      </dgm:t>
    </dgm:pt>
    <dgm:pt modelId="{ABD4D51D-A327-409D-B2F9-408496870651}" type="parTrans" cxnId="{5E728BB6-E149-4C1D-8CC8-1EF9937DCE23}">
      <dgm:prSet/>
      <dgm:spPr/>
    </dgm:pt>
    <dgm:pt modelId="{78A05F54-46F3-450E-89FC-1437AE01393D}" type="sibTrans" cxnId="{5E728BB6-E149-4C1D-8CC8-1EF9937DCE23}">
      <dgm:prSet/>
      <dgm:spPr/>
    </dgm:pt>
    <dgm:pt modelId="{ABDDEE25-8B4C-4685-972A-C4B0023FA275}" type="pres">
      <dgm:prSet presAssocID="{22603F6B-BD0D-46A4-8AB0-2BF391605C6B}" presName="Name0" presStyleCnt="0">
        <dgm:presLayoutVars>
          <dgm:dir/>
          <dgm:animLvl val="lvl"/>
          <dgm:resizeHandles val="exact"/>
        </dgm:presLayoutVars>
      </dgm:prSet>
      <dgm:spPr/>
    </dgm:pt>
    <dgm:pt modelId="{4FEA9B3A-9195-40FF-A07C-B3A0E7816E37}" type="pres">
      <dgm:prSet presAssocID="{687771BD-4DD1-4FF9-9D3D-A04C29A00D80}" presName="composite" presStyleCnt="0"/>
      <dgm:spPr/>
    </dgm:pt>
    <dgm:pt modelId="{D0FAAFA0-E6A4-4C62-8036-82D8C4FA48A8}" type="pres">
      <dgm:prSet presAssocID="{687771BD-4DD1-4FF9-9D3D-A04C29A00D80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DBBE7AF1-8D31-461F-8D92-947BD9E3276B}" type="pres">
      <dgm:prSet presAssocID="{687771BD-4DD1-4FF9-9D3D-A04C29A00D80}" presName="desTx" presStyleLbl="alignAccFollowNode1" presStyleIdx="0" presStyleCnt="6">
        <dgm:presLayoutVars>
          <dgm:bulletEnabled val="1"/>
        </dgm:presLayoutVars>
      </dgm:prSet>
      <dgm:spPr/>
    </dgm:pt>
    <dgm:pt modelId="{EFD0945B-5CA0-4595-810F-5436A806517D}" type="pres">
      <dgm:prSet presAssocID="{7D566C6E-282D-4B80-A4C2-70B469F6D886}" presName="space" presStyleCnt="0"/>
      <dgm:spPr/>
    </dgm:pt>
    <dgm:pt modelId="{B0562038-BE0E-4554-BE5C-EE8C989BC9F4}" type="pres">
      <dgm:prSet presAssocID="{A3A49F54-8118-44DB-AC24-6D607881AA64}" presName="composite" presStyleCnt="0"/>
      <dgm:spPr/>
    </dgm:pt>
    <dgm:pt modelId="{C7778D24-83AD-4BDF-A873-A20B7556D1C8}" type="pres">
      <dgm:prSet presAssocID="{A3A49F54-8118-44DB-AC24-6D607881AA64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6C95478E-5845-4098-AE3E-55D0BD8D2952}" type="pres">
      <dgm:prSet presAssocID="{A3A49F54-8118-44DB-AC24-6D607881AA64}" presName="desTx" presStyleLbl="alignAccFollowNode1" presStyleIdx="1" presStyleCnt="6">
        <dgm:presLayoutVars>
          <dgm:bulletEnabled val="1"/>
        </dgm:presLayoutVars>
      </dgm:prSet>
      <dgm:spPr/>
    </dgm:pt>
    <dgm:pt modelId="{E4E48436-63AD-416B-AEC8-81AF7E42048C}" type="pres">
      <dgm:prSet presAssocID="{D6469CED-FBBC-4516-921C-A241757A7B2D}" presName="space" presStyleCnt="0"/>
      <dgm:spPr/>
    </dgm:pt>
    <dgm:pt modelId="{8665389D-5E7F-4024-9BE8-FEBB8168E5B9}" type="pres">
      <dgm:prSet presAssocID="{0B6DE6FF-B391-4288-80E6-3003A65A5B1A}" presName="composite" presStyleCnt="0"/>
      <dgm:spPr/>
    </dgm:pt>
    <dgm:pt modelId="{48D57AAD-F9D4-484C-87D6-327D849AF927}" type="pres">
      <dgm:prSet presAssocID="{0B6DE6FF-B391-4288-80E6-3003A65A5B1A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7B19316B-A8F5-4EE8-B94C-2BC2DC10A954}" type="pres">
      <dgm:prSet presAssocID="{0B6DE6FF-B391-4288-80E6-3003A65A5B1A}" presName="desTx" presStyleLbl="alignAccFollowNode1" presStyleIdx="2" presStyleCnt="6">
        <dgm:presLayoutVars>
          <dgm:bulletEnabled val="1"/>
        </dgm:presLayoutVars>
      </dgm:prSet>
      <dgm:spPr/>
    </dgm:pt>
    <dgm:pt modelId="{FB95503F-C969-49A4-A9DB-D992ADE85719}" type="pres">
      <dgm:prSet presAssocID="{B5721127-0E55-44AE-A0F9-4ECBC4A22452}" presName="space" presStyleCnt="0"/>
      <dgm:spPr/>
    </dgm:pt>
    <dgm:pt modelId="{3D6546D6-EC59-4CAE-A71F-49FCC436A72D}" type="pres">
      <dgm:prSet presAssocID="{B4A05E63-9F2B-4052-921E-F6DCEF2C131E}" presName="composite" presStyleCnt="0"/>
      <dgm:spPr/>
    </dgm:pt>
    <dgm:pt modelId="{E7B118AD-DC69-4236-A049-F33C06D4B1D7}" type="pres">
      <dgm:prSet presAssocID="{B4A05E63-9F2B-4052-921E-F6DCEF2C131E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00CA02DC-137E-47CC-AFD0-5AAFD61CC160}" type="pres">
      <dgm:prSet presAssocID="{B4A05E63-9F2B-4052-921E-F6DCEF2C131E}" presName="desTx" presStyleLbl="alignAccFollowNode1" presStyleIdx="3" presStyleCnt="6">
        <dgm:presLayoutVars>
          <dgm:bulletEnabled val="1"/>
        </dgm:presLayoutVars>
      </dgm:prSet>
      <dgm:spPr/>
    </dgm:pt>
    <dgm:pt modelId="{97D0349F-DF14-4286-A629-B4F1F9E0EDC0}" type="pres">
      <dgm:prSet presAssocID="{3840F4DE-7211-44D8-9BA0-19889B03B1F2}" presName="space" presStyleCnt="0"/>
      <dgm:spPr/>
    </dgm:pt>
    <dgm:pt modelId="{08F3BDD8-5392-4D69-A599-843DC77BC5D1}" type="pres">
      <dgm:prSet presAssocID="{F6ACA165-38BA-4D7A-9644-08B88E179D8E}" presName="composite" presStyleCnt="0"/>
      <dgm:spPr/>
    </dgm:pt>
    <dgm:pt modelId="{95559E01-99DB-4076-B694-644139C0B675}" type="pres">
      <dgm:prSet presAssocID="{F6ACA165-38BA-4D7A-9644-08B88E179D8E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7F30A7F8-C3D9-46E3-BA39-BBA6B2B169DC}" type="pres">
      <dgm:prSet presAssocID="{F6ACA165-38BA-4D7A-9644-08B88E179D8E}" presName="desTx" presStyleLbl="alignAccFollowNode1" presStyleIdx="4" presStyleCnt="6">
        <dgm:presLayoutVars>
          <dgm:bulletEnabled val="1"/>
        </dgm:presLayoutVars>
      </dgm:prSet>
      <dgm:spPr/>
    </dgm:pt>
    <dgm:pt modelId="{9DFB56E3-335F-4497-A6F4-4D0224AEDFC9}" type="pres">
      <dgm:prSet presAssocID="{4467F3BA-26C9-4686-A455-0CCA6F6ADE87}" presName="space" presStyleCnt="0"/>
      <dgm:spPr/>
    </dgm:pt>
    <dgm:pt modelId="{1FE2D06D-58F6-4680-874B-DFCCDF3285BC}" type="pres">
      <dgm:prSet presAssocID="{E4E50F32-43B5-4612-9148-2B23330D527D}" presName="composite" presStyleCnt="0"/>
      <dgm:spPr/>
    </dgm:pt>
    <dgm:pt modelId="{B8540AF0-B424-4E38-83BB-67877F665ED5}" type="pres">
      <dgm:prSet presAssocID="{E4E50F32-43B5-4612-9148-2B23330D527D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64037A5E-0EAA-48F2-88C0-7C0DBA238E79}" type="pres">
      <dgm:prSet presAssocID="{E4E50F32-43B5-4612-9148-2B23330D527D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5BEE7F01-CFBB-4155-9395-125D0BB4E7E5}" type="presOf" srcId="{AB16E953-EC1B-4C3B-BE9E-B78F3CAE7E68}" destId="{64037A5E-0EAA-48F2-88C0-7C0DBA238E79}" srcOrd="0" destOrd="0" presId="urn:microsoft.com/office/officeart/2005/8/layout/hList1"/>
    <dgm:cxn modelId="{B1CFA802-1475-434B-BC60-D6EF56ED6F3A}" type="presOf" srcId="{5856EAF2-52FF-4F3F-9FB0-75F85996CD54}" destId="{DBBE7AF1-8D31-461F-8D92-947BD9E3276B}" srcOrd="0" destOrd="1" presId="urn:microsoft.com/office/officeart/2005/8/layout/hList1"/>
    <dgm:cxn modelId="{14F88A04-E226-43BC-BB6C-FDF738CF0605}" srcId="{0B6DE6FF-B391-4288-80E6-3003A65A5B1A}" destId="{1AF1F71A-3DDE-4059-94DA-115B42B761F1}" srcOrd="0" destOrd="0" parTransId="{081AADBB-F1EE-4E92-811C-7669E5E88DF3}" sibTransId="{ED3DD921-BECA-4EAE-9B67-91785E5E2FAC}"/>
    <dgm:cxn modelId="{BE943D0D-279E-405F-BEBF-1F964589A2D5}" srcId="{22603F6B-BD0D-46A4-8AB0-2BF391605C6B}" destId="{687771BD-4DD1-4FF9-9D3D-A04C29A00D80}" srcOrd="0" destOrd="0" parTransId="{8FF797BB-55E9-4DF4-A498-B91B7298E16F}" sibTransId="{7D566C6E-282D-4B80-A4C2-70B469F6D886}"/>
    <dgm:cxn modelId="{4A4DD90E-E57A-456B-AC26-18AD4DBCF55E}" type="presOf" srcId="{A3A49F54-8118-44DB-AC24-6D607881AA64}" destId="{C7778D24-83AD-4BDF-A873-A20B7556D1C8}" srcOrd="0" destOrd="0" presId="urn:microsoft.com/office/officeart/2005/8/layout/hList1"/>
    <dgm:cxn modelId="{E07C1911-919A-4EF7-9B51-FFD99E092BC5}" type="presOf" srcId="{E4E50F32-43B5-4612-9148-2B23330D527D}" destId="{B8540AF0-B424-4E38-83BB-67877F665ED5}" srcOrd="0" destOrd="0" presId="urn:microsoft.com/office/officeart/2005/8/layout/hList1"/>
    <dgm:cxn modelId="{FFBD4029-231D-4741-82BF-B9B319276453}" type="presOf" srcId="{1AF1F71A-3DDE-4059-94DA-115B42B761F1}" destId="{7B19316B-A8F5-4EE8-B94C-2BC2DC10A954}" srcOrd="0" destOrd="0" presId="urn:microsoft.com/office/officeart/2005/8/layout/hList1"/>
    <dgm:cxn modelId="{B60EC131-435E-4AD9-9EE7-67C20520AB5C}" type="presOf" srcId="{D07C2A56-C371-4176-92B3-7CE41E24CAB4}" destId="{64037A5E-0EAA-48F2-88C0-7C0DBA238E79}" srcOrd="0" destOrd="1" presId="urn:microsoft.com/office/officeart/2005/8/layout/hList1"/>
    <dgm:cxn modelId="{C13DF932-F8A3-46D0-8AD6-98D354275F00}" type="presOf" srcId="{B8341D59-00D7-4330-905C-697725B99356}" destId="{7F30A7F8-C3D9-46E3-BA39-BBA6B2B169DC}" srcOrd="0" destOrd="1" presId="urn:microsoft.com/office/officeart/2005/8/layout/hList1"/>
    <dgm:cxn modelId="{3BEF743E-C0BF-4818-A386-DB3A673A998D}" type="presOf" srcId="{FDB64EC8-F530-4B8E-AB0F-8FA433D6A3FD}" destId="{DBBE7AF1-8D31-461F-8D92-947BD9E3276B}" srcOrd="0" destOrd="2" presId="urn:microsoft.com/office/officeart/2005/8/layout/hList1"/>
    <dgm:cxn modelId="{E2DE445F-DD24-4E42-9366-7F732DDE28B9}" srcId="{B4A05E63-9F2B-4052-921E-F6DCEF2C131E}" destId="{0FCFA772-85E3-489A-87DD-CA53949C9D22}" srcOrd="1" destOrd="0" parTransId="{59646438-FA79-4E49-A491-E940B95243EA}" sibTransId="{A8EED999-5B7A-4418-AE96-D8F3D81A7753}"/>
    <dgm:cxn modelId="{ADF9FC61-C2CD-47DD-BBAB-925925DB1115}" type="presOf" srcId="{F6ACA165-38BA-4D7A-9644-08B88E179D8E}" destId="{95559E01-99DB-4076-B694-644139C0B675}" srcOrd="0" destOrd="0" presId="urn:microsoft.com/office/officeart/2005/8/layout/hList1"/>
    <dgm:cxn modelId="{DEA5E442-E134-4227-BB63-2D2F7458A9F4}" srcId="{F6ACA165-38BA-4D7A-9644-08B88E179D8E}" destId="{D750E85C-DCC9-4DB4-98A1-B7C34DF1C050}" srcOrd="0" destOrd="0" parTransId="{A6FA71E1-6564-44C0-911F-1C1BDE738EC6}" sibTransId="{9A9357AE-C9A4-4B11-80CD-A1897049C93A}"/>
    <dgm:cxn modelId="{9C6CC544-FC99-46AD-9278-C37A5A13B1E6}" srcId="{687771BD-4DD1-4FF9-9D3D-A04C29A00D80}" destId="{5856EAF2-52FF-4F3F-9FB0-75F85996CD54}" srcOrd="1" destOrd="0" parTransId="{20BDF831-FAB0-40D7-A056-81E06430E36B}" sibTransId="{C24E9E53-34B4-4318-8276-F0D50D017D63}"/>
    <dgm:cxn modelId="{D31C5346-34B7-4250-9362-A62B13D4C962}" srcId="{A3A49F54-8118-44DB-AC24-6D607881AA64}" destId="{C3C3CA1C-75AB-4403-9B17-198CBB2A383E}" srcOrd="2" destOrd="0" parTransId="{A448382B-2CB8-4D4D-9700-3AE5A7714DD4}" sibTransId="{3C9C2107-E0CA-48D4-9537-71E322328A56}"/>
    <dgm:cxn modelId="{2E8ACA67-F041-41DC-94A7-78F4C60D7EF3}" type="presOf" srcId="{29458E77-D9EA-4DA4-BDA9-856F216DCA96}" destId="{6C95478E-5845-4098-AE3E-55D0BD8D2952}" srcOrd="0" destOrd="0" presId="urn:microsoft.com/office/officeart/2005/8/layout/hList1"/>
    <dgm:cxn modelId="{AB682A4B-FBC2-442C-951A-F77EB301575E}" type="presOf" srcId="{817B6C53-9E25-4289-A0C7-6470FC994112}" destId="{7F30A7F8-C3D9-46E3-BA39-BBA6B2B169DC}" srcOrd="0" destOrd="2" presId="urn:microsoft.com/office/officeart/2005/8/layout/hList1"/>
    <dgm:cxn modelId="{A0FD5876-A6D2-463D-9474-A94A918E5A81}" srcId="{0B6DE6FF-B391-4288-80E6-3003A65A5B1A}" destId="{368A6792-5FB1-49BD-81F3-EDB85BCCCF70}" srcOrd="2" destOrd="0" parTransId="{6A95E3A4-BC6E-486E-B7D3-3F6D0E62900D}" sibTransId="{49E03079-2220-41B2-8595-A6387E4CC638}"/>
    <dgm:cxn modelId="{C6781757-7C14-4B95-8FA0-3E6317097EC2}" type="presOf" srcId="{22603F6B-BD0D-46A4-8AB0-2BF391605C6B}" destId="{ABDDEE25-8B4C-4685-972A-C4B0023FA275}" srcOrd="0" destOrd="0" presId="urn:microsoft.com/office/officeart/2005/8/layout/hList1"/>
    <dgm:cxn modelId="{95AAE578-5C71-46A3-9F2D-2E5A9A665877}" type="presOf" srcId="{0FCFA772-85E3-489A-87DD-CA53949C9D22}" destId="{00CA02DC-137E-47CC-AFD0-5AAFD61CC160}" srcOrd="0" destOrd="1" presId="urn:microsoft.com/office/officeart/2005/8/layout/hList1"/>
    <dgm:cxn modelId="{AC967159-E8DB-44E5-9A9C-8FBD2D48A1C9}" srcId="{B4A05E63-9F2B-4052-921E-F6DCEF2C131E}" destId="{93324358-D3A8-422E-958D-F3D67F0ECA71}" srcOrd="2" destOrd="0" parTransId="{9ADC980C-FA27-46CD-AD56-06F4B888DFDB}" sibTransId="{0A0A85EB-43B0-484F-8CB3-F92B2260009A}"/>
    <dgm:cxn modelId="{89C8085A-A714-4975-96AC-9B949B3D5F27}" srcId="{A3A49F54-8118-44DB-AC24-6D607881AA64}" destId="{9693C564-A94F-4A99-AF1D-AE2D600BB02A}" srcOrd="1" destOrd="0" parTransId="{69B87630-D4AE-4133-8C87-68BF646BAFAE}" sibTransId="{1383030E-A925-4263-9AB5-36E71387D2F0}"/>
    <dgm:cxn modelId="{57F7D87F-95ED-41CE-B738-16367E54E307}" srcId="{F6ACA165-38BA-4D7A-9644-08B88E179D8E}" destId="{B8341D59-00D7-4330-905C-697725B99356}" srcOrd="1" destOrd="0" parTransId="{6BD972F9-29EC-4CF1-8DE9-93FF54244061}" sibTransId="{514004C0-816D-4819-8C9F-0F421E216A33}"/>
    <dgm:cxn modelId="{A56C1583-BAC3-4276-BC94-5CDA7E3CEAAD}" type="presOf" srcId="{C901778D-9B50-4DFA-86AB-A2A7DD323C3F}" destId="{00CA02DC-137E-47CC-AFD0-5AAFD61CC160}" srcOrd="0" destOrd="0" presId="urn:microsoft.com/office/officeart/2005/8/layout/hList1"/>
    <dgm:cxn modelId="{79C66784-12E3-49E1-807A-80614D05ABC4}" type="presOf" srcId="{72F630D7-B3C6-4666-AC0D-64E347FCE20C}" destId="{64037A5E-0EAA-48F2-88C0-7C0DBA238E79}" srcOrd="0" destOrd="2" presId="urn:microsoft.com/office/officeart/2005/8/layout/hList1"/>
    <dgm:cxn modelId="{FC8AD784-E322-4ED2-A85D-4AA78B5D147F}" srcId="{A3A49F54-8118-44DB-AC24-6D607881AA64}" destId="{29458E77-D9EA-4DA4-BDA9-856F216DCA96}" srcOrd="0" destOrd="0" parTransId="{97456723-B3A8-4D22-BCE4-FAD061288C8C}" sibTransId="{63D7CB69-5416-437A-BBB1-5C0AC9D9C978}"/>
    <dgm:cxn modelId="{513D7485-0687-4EF7-8071-B11F3CD934CF}" type="presOf" srcId="{687771BD-4DD1-4FF9-9D3D-A04C29A00D80}" destId="{D0FAAFA0-E6A4-4C62-8036-82D8C4FA48A8}" srcOrd="0" destOrd="0" presId="urn:microsoft.com/office/officeart/2005/8/layout/hList1"/>
    <dgm:cxn modelId="{60C1F290-F58C-492C-832A-D4493E83A474}" srcId="{687771BD-4DD1-4FF9-9D3D-A04C29A00D80}" destId="{8C994BDC-A33E-41BD-90AC-5A01C8BC6B04}" srcOrd="0" destOrd="0" parTransId="{D1DA2953-3836-4BA6-944D-6AF46080F9C2}" sibTransId="{2B9582E0-31A6-4205-B747-6502A8D844B3}"/>
    <dgm:cxn modelId="{72746AA1-7F0B-433D-99CF-08326D85843E}" srcId="{22603F6B-BD0D-46A4-8AB0-2BF391605C6B}" destId="{A3A49F54-8118-44DB-AC24-6D607881AA64}" srcOrd="1" destOrd="0" parTransId="{7C4C5909-D784-4D1C-9E57-37CC585426F1}" sibTransId="{D6469CED-FBBC-4516-921C-A241757A7B2D}"/>
    <dgm:cxn modelId="{9CE066A2-C5E5-4683-92AE-F394B014FA48}" srcId="{22603F6B-BD0D-46A4-8AB0-2BF391605C6B}" destId="{E4E50F32-43B5-4612-9148-2B23330D527D}" srcOrd="5" destOrd="0" parTransId="{212D250F-8050-4546-B8B3-4000068332D1}" sibTransId="{A02A33AF-D757-4AD7-B70C-6AEC9CFF0029}"/>
    <dgm:cxn modelId="{E2676EA5-95B8-482B-A077-57FED10A543C}" type="presOf" srcId="{B4A05E63-9F2B-4052-921E-F6DCEF2C131E}" destId="{E7B118AD-DC69-4236-A049-F33C06D4B1D7}" srcOrd="0" destOrd="0" presId="urn:microsoft.com/office/officeart/2005/8/layout/hList1"/>
    <dgm:cxn modelId="{BFD304B2-33A6-4AC1-A209-561394CB03A8}" type="presOf" srcId="{0B6DE6FF-B391-4288-80E6-3003A65A5B1A}" destId="{48D57AAD-F9D4-484C-87D6-327D849AF927}" srcOrd="0" destOrd="0" presId="urn:microsoft.com/office/officeart/2005/8/layout/hList1"/>
    <dgm:cxn modelId="{B4C813B6-3A16-49FF-8B84-FC7FBE18BC52}" type="presOf" srcId="{9693C564-A94F-4A99-AF1D-AE2D600BB02A}" destId="{6C95478E-5845-4098-AE3E-55D0BD8D2952}" srcOrd="0" destOrd="1" presId="urn:microsoft.com/office/officeart/2005/8/layout/hList1"/>
    <dgm:cxn modelId="{5E728BB6-E149-4C1D-8CC8-1EF9937DCE23}" srcId="{E4E50F32-43B5-4612-9148-2B23330D527D}" destId="{D07C2A56-C371-4176-92B3-7CE41E24CAB4}" srcOrd="1" destOrd="0" parTransId="{ABD4D51D-A327-409D-B2F9-408496870651}" sibTransId="{78A05F54-46F3-450E-89FC-1437AE01393D}"/>
    <dgm:cxn modelId="{5C5FFFBB-3E1F-4209-8C1C-BFC710B85A53}" srcId="{E4E50F32-43B5-4612-9148-2B23330D527D}" destId="{AB16E953-EC1B-4C3B-BE9E-B78F3CAE7E68}" srcOrd="0" destOrd="0" parTransId="{D3CB17EE-661E-4838-91BB-0E350816376F}" sibTransId="{E257E1A9-C127-45F0-BCE3-ED6A394986A8}"/>
    <dgm:cxn modelId="{9693AABE-A1AC-4B18-9AEF-DFF675F571AA}" srcId="{22603F6B-BD0D-46A4-8AB0-2BF391605C6B}" destId="{B4A05E63-9F2B-4052-921E-F6DCEF2C131E}" srcOrd="3" destOrd="0" parTransId="{FA0CEB23-4214-4FAB-B5FE-0CA9CEF0C940}" sibTransId="{3840F4DE-7211-44D8-9BA0-19889B03B1F2}"/>
    <dgm:cxn modelId="{65689EC2-2BC7-4B51-9C38-30AE084B48A6}" srcId="{0B6DE6FF-B391-4288-80E6-3003A65A5B1A}" destId="{F10B5C7C-0A41-4675-B164-61318C623D37}" srcOrd="1" destOrd="0" parTransId="{6E743A82-9240-49C8-A580-51BA5D7436C7}" sibTransId="{D8BD4E7B-61EF-406F-8F36-E67A57A13844}"/>
    <dgm:cxn modelId="{8AFFE1C8-4BC1-492D-87DB-5C7D1D00B080}" srcId="{E4E50F32-43B5-4612-9148-2B23330D527D}" destId="{72F630D7-B3C6-4666-AC0D-64E347FCE20C}" srcOrd="2" destOrd="0" parTransId="{6780DFBA-854E-40CB-9088-5133F3D0FF4D}" sibTransId="{EC674358-BBF0-4ABD-A2AE-72BEFBBBA60D}"/>
    <dgm:cxn modelId="{ABFE80D3-09CD-4BA7-898C-276A81744822}" type="presOf" srcId="{8C994BDC-A33E-41BD-90AC-5A01C8BC6B04}" destId="{DBBE7AF1-8D31-461F-8D92-947BD9E3276B}" srcOrd="0" destOrd="0" presId="urn:microsoft.com/office/officeart/2005/8/layout/hList1"/>
    <dgm:cxn modelId="{34997ED8-E255-44A2-AAE3-6B4180D74C9F}" srcId="{B4A05E63-9F2B-4052-921E-F6DCEF2C131E}" destId="{C901778D-9B50-4DFA-86AB-A2A7DD323C3F}" srcOrd="0" destOrd="0" parTransId="{CBA18DC3-3F98-419E-A1CE-D9E6A4EFA2B6}" sibTransId="{AD24A1FC-F6D0-4E3A-B860-4803C2E813F8}"/>
    <dgm:cxn modelId="{7CE973DC-4A4A-4E88-9C94-43079DD8287F}" type="presOf" srcId="{D750E85C-DCC9-4DB4-98A1-B7C34DF1C050}" destId="{7F30A7F8-C3D9-46E3-BA39-BBA6B2B169DC}" srcOrd="0" destOrd="0" presId="urn:microsoft.com/office/officeart/2005/8/layout/hList1"/>
    <dgm:cxn modelId="{710802E6-9AFD-49FD-AC46-D19C29478203}" type="presOf" srcId="{C3C3CA1C-75AB-4403-9B17-198CBB2A383E}" destId="{6C95478E-5845-4098-AE3E-55D0BD8D2952}" srcOrd="0" destOrd="2" presId="urn:microsoft.com/office/officeart/2005/8/layout/hList1"/>
    <dgm:cxn modelId="{7878A2E9-807C-41BC-A3B5-AE7DD708D442}" srcId="{687771BD-4DD1-4FF9-9D3D-A04C29A00D80}" destId="{FDB64EC8-F530-4B8E-AB0F-8FA433D6A3FD}" srcOrd="2" destOrd="0" parTransId="{F41FC468-9F0E-4957-BDB9-C46B7CFA6946}" sibTransId="{2AFA0E25-5BC9-4591-B6F6-95B5B8BF9CE2}"/>
    <dgm:cxn modelId="{EF827DEC-4BA7-4378-AA14-D641ACB7CE83}" type="presOf" srcId="{368A6792-5FB1-49BD-81F3-EDB85BCCCF70}" destId="{7B19316B-A8F5-4EE8-B94C-2BC2DC10A954}" srcOrd="0" destOrd="2" presId="urn:microsoft.com/office/officeart/2005/8/layout/hList1"/>
    <dgm:cxn modelId="{C1ABABF1-DB29-4683-AA50-25D5087C9988}" srcId="{F6ACA165-38BA-4D7A-9644-08B88E179D8E}" destId="{817B6C53-9E25-4289-A0C7-6470FC994112}" srcOrd="2" destOrd="0" parTransId="{A61A0CC3-FA83-4878-A9ED-11DC0714FC1C}" sibTransId="{85DAAA68-4C47-47E2-8D69-50FAD3DE9400}"/>
    <dgm:cxn modelId="{EA9D72F7-4368-44C4-ACF9-3D2C15590796}" srcId="{22603F6B-BD0D-46A4-8AB0-2BF391605C6B}" destId="{0B6DE6FF-B391-4288-80E6-3003A65A5B1A}" srcOrd="2" destOrd="0" parTransId="{30ABD816-F515-44BA-B898-F46614B7CB8C}" sibTransId="{B5721127-0E55-44AE-A0F9-4ECBC4A22452}"/>
    <dgm:cxn modelId="{03F095F8-DA1D-4037-8A22-1D6280E0CEC7}" srcId="{22603F6B-BD0D-46A4-8AB0-2BF391605C6B}" destId="{F6ACA165-38BA-4D7A-9644-08B88E179D8E}" srcOrd="4" destOrd="0" parTransId="{6E6B9DE7-E11A-40D6-BA70-B3BFA6E87EAD}" sibTransId="{4467F3BA-26C9-4686-A455-0CCA6F6ADE87}"/>
    <dgm:cxn modelId="{4158F1F9-31B9-492F-A98B-97668F251B44}" type="presOf" srcId="{93324358-D3A8-422E-958D-F3D67F0ECA71}" destId="{00CA02DC-137E-47CC-AFD0-5AAFD61CC160}" srcOrd="0" destOrd="2" presId="urn:microsoft.com/office/officeart/2005/8/layout/hList1"/>
    <dgm:cxn modelId="{4A0ED5FB-AB4F-4A91-AE57-ECFB1859581A}" type="presOf" srcId="{F10B5C7C-0A41-4675-B164-61318C623D37}" destId="{7B19316B-A8F5-4EE8-B94C-2BC2DC10A954}" srcOrd="0" destOrd="1" presId="urn:microsoft.com/office/officeart/2005/8/layout/hList1"/>
    <dgm:cxn modelId="{1F036F7E-2746-4620-B672-6B697207DE6C}" type="presParOf" srcId="{ABDDEE25-8B4C-4685-972A-C4B0023FA275}" destId="{4FEA9B3A-9195-40FF-A07C-B3A0E7816E37}" srcOrd="0" destOrd="0" presId="urn:microsoft.com/office/officeart/2005/8/layout/hList1"/>
    <dgm:cxn modelId="{478EC710-0198-4894-AA5B-E262B1042199}" type="presParOf" srcId="{4FEA9B3A-9195-40FF-A07C-B3A0E7816E37}" destId="{D0FAAFA0-E6A4-4C62-8036-82D8C4FA48A8}" srcOrd="0" destOrd="0" presId="urn:microsoft.com/office/officeart/2005/8/layout/hList1"/>
    <dgm:cxn modelId="{6FD7DF8C-BA07-4093-9D34-69354E6F63BA}" type="presParOf" srcId="{4FEA9B3A-9195-40FF-A07C-B3A0E7816E37}" destId="{DBBE7AF1-8D31-461F-8D92-947BD9E3276B}" srcOrd="1" destOrd="0" presId="urn:microsoft.com/office/officeart/2005/8/layout/hList1"/>
    <dgm:cxn modelId="{3CF9853D-DB6D-43AC-9505-DDC833CF7105}" type="presParOf" srcId="{ABDDEE25-8B4C-4685-972A-C4B0023FA275}" destId="{EFD0945B-5CA0-4595-810F-5436A806517D}" srcOrd="1" destOrd="0" presId="urn:microsoft.com/office/officeart/2005/8/layout/hList1"/>
    <dgm:cxn modelId="{F6D2E3C1-226D-46B3-B28B-F346B54106F7}" type="presParOf" srcId="{ABDDEE25-8B4C-4685-972A-C4B0023FA275}" destId="{B0562038-BE0E-4554-BE5C-EE8C989BC9F4}" srcOrd="2" destOrd="0" presId="urn:microsoft.com/office/officeart/2005/8/layout/hList1"/>
    <dgm:cxn modelId="{D8028C3C-1FA6-4171-A082-C9FBC1E8633B}" type="presParOf" srcId="{B0562038-BE0E-4554-BE5C-EE8C989BC9F4}" destId="{C7778D24-83AD-4BDF-A873-A20B7556D1C8}" srcOrd="0" destOrd="0" presId="urn:microsoft.com/office/officeart/2005/8/layout/hList1"/>
    <dgm:cxn modelId="{B2A6C769-AAD3-4F81-933C-B67FFCDFF375}" type="presParOf" srcId="{B0562038-BE0E-4554-BE5C-EE8C989BC9F4}" destId="{6C95478E-5845-4098-AE3E-55D0BD8D2952}" srcOrd="1" destOrd="0" presId="urn:microsoft.com/office/officeart/2005/8/layout/hList1"/>
    <dgm:cxn modelId="{8D356128-3E54-4A8F-9F3C-0DA2C7BA015E}" type="presParOf" srcId="{ABDDEE25-8B4C-4685-972A-C4B0023FA275}" destId="{E4E48436-63AD-416B-AEC8-81AF7E42048C}" srcOrd="3" destOrd="0" presId="urn:microsoft.com/office/officeart/2005/8/layout/hList1"/>
    <dgm:cxn modelId="{451AAF6B-C29C-4ACC-A603-FAB500AE0669}" type="presParOf" srcId="{ABDDEE25-8B4C-4685-972A-C4B0023FA275}" destId="{8665389D-5E7F-4024-9BE8-FEBB8168E5B9}" srcOrd="4" destOrd="0" presId="urn:microsoft.com/office/officeart/2005/8/layout/hList1"/>
    <dgm:cxn modelId="{36811844-F523-4142-BB50-223E5BE33FBC}" type="presParOf" srcId="{8665389D-5E7F-4024-9BE8-FEBB8168E5B9}" destId="{48D57AAD-F9D4-484C-87D6-327D849AF927}" srcOrd="0" destOrd="0" presId="urn:microsoft.com/office/officeart/2005/8/layout/hList1"/>
    <dgm:cxn modelId="{4A60D6CA-2F7C-4D68-B203-B8841C0EE2DD}" type="presParOf" srcId="{8665389D-5E7F-4024-9BE8-FEBB8168E5B9}" destId="{7B19316B-A8F5-4EE8-B94C-2BC2DC10A954}" srcOrd="1" destOrd="0" presId="urn:microsoft.com/office/officeart/2005/8/layout/hList1"/>
    <dgm:cxn modelId="{49F4F0AB-07DC-4CCD-A4FB-11F2EE374AEF}" type="presParOf" srcId="{ABDDEE25-8B4C-4685-972A-C4B0023FA275}" destId="{FB95503F-C969-49A4-A9DB-D992ADE85719}" srcOrd="5" destOrd="0" presId="urn:microsoft.com/office/officeart/2005/8/layout/hList1"/>
    <dgm:cxn modelId="{DF545AB3-2ED7-4A83-8F0E-337AF1261A5C}" type="presParOf" srcId="{ABDDEE25-8B4C-4685-972A-C4B0023FA275}" destId="{3D6546D6-EC59-4CAE-A71F-49FCC436A72D}" srcOrd="6" destOrd="0" presId="urn:microsoft.com/office/officeart/2005/8/layout/hList1"/>
    <dgm:cxn modelId="{1AB3B8F6-CF36-4D6C-BA3C-BE077080EC3F}" type="presParOf" srcId="{3D6546D6-EC59-4CAE-A71F-49FCC436A72D}" destId="{E7B118AD-DC69-4236-A049-F33C06D4B1D7}" srcOrd="0" destOrd="0" presId="urn:microsoft.com/office/officeart/2005/8/layout/hList1"/>
    <dgm:cxn modelId="{884C1F60-4616-4B97-9FC1-C9E197CD1122}" type="presParOf" srcId="{3D6546D6-EC59-4CAE-A71F-49FCC436A72D}" destId="{00CA02DC-137E-47CC-AFD0-5AAFD61CC160}" srcOrd="1" destOrd="0" presId="urn:microsoft.com/office/officeart/2005/8/layout/hList1"/>
    <dgm:cxn modelId="{6EE8E435-224E-4ADC-8731-5F26D8E224BD}" type="presParOf" srcId="{ABDDEE25-8B4C-4685-972A-C4B0023FA275}" destId="{97D0349F-DF14-4286-A629-B4F1F9E0EDC0}" srcOrd="7" destOrd="0" presId="urn:microsoft.com/office/officeart/2005/8/layout/hList1"/>
    <dgm:cxn modelId="{84832881-5493-4154-9545-61BF96708E2D}" type="presParOf" srcId="{ABDDEE25-8B4C-4685-972A-C4B0023FA275}" destId="{08F3BDD8-5392-4D69-A599-843DC77BC5D1}" srcOrd="8" destOrd="0" presId="urn:microsoft.com/office/officeart/2005/8/layout/hList1"/>
    <dgm:cxn modelId="{ABEBF8A4-B47D-4ADB-B876-93C615CBBC79}" type="presParOf" srcId="{08F3BDD8-5392-4D69-A599-843DC77BC5D1}" destId="{95559E01-99DB-4076-B694-644139C0B675}" srcOrd="0" destOrd="0" presId="urn:microsoft.com/office/officeart/2005/8/layout/hList1"/>
    <dgm:cxn modelId="{8F2B80BB-3D42-4246-A9D1-DA204D4533B0}" type="presParOf" srcId="{08F3BDD8-5392-4D69-A599-843DC77BC5D1}" destId="{7F30A7F8-C3D9-46E3-BA39-BBA6B2B169DC}" srcOrd="1" destOrd="0" presId="urn:microsoft.com/office/officeart/2005/8/layout/hList1"/>
    <dgm:cxn modelId="{EE2F2E2B-5C46-46A1-9B2E-DABAFC15708B}" type="presParOf" srcId="{ABDDEE25-8B4C-4685-972A-C4B0023FA275}" destId="{9DFB56E3-335F-4497-A6F4-4D0224AEDFC9}" srcOrd="9" destOrd="0" presId="urn:microsoft.com/office/officeart/2005/8/layout/hList1"/>
    <dgm:cxn modelId="{2196DF16-4EA7-4C74-B255-E103E75EC0BC}" type="presParOf" srcId="{ABDDEE25-8B4C-4685-972A-C4B0023FA275}" destId="{1FE2D06D-58F6-4680-874B-DFCCDF3285BC}" srcOrd="10" destOrd="0" presId="urn:microsoft.com/office/officeart/2005/8/layout/hList1"/>
    <dgm:cxn modelId="{E3CD4039-CEC3-4C3E-A14C-8DE9A2BDF67C}" type="presParOf" srcId="{1FE2D06D-58F6-4680-874B-DFCCDF3285BC}" destId="{B8540AF0-B424-4E38-83BB-67877F665ED5}" srcOrd="0" destOrd="0" presId="urn:microsoft.com/office/officeart/2005/8/layout/hList1"/>
    <dgm:cxn modelId="{DA61F598-A7C7-471F-B474-EEC904739ED5}" type="presParOf" srcId="{1FE2D06D-58F6-4680-874B-DFCCDF3285BC}" destId="{64037A5E-0EAA-48F2-88C0-7C0DBA238E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CE5645-05D0-4EED-B6CE-89B116D7C5E9}" type="doc">
      <dgm:prSet loTypeId="urn:microsoft.com/office/officeart/2005/8/layout/StepDownProcess" loCatId="process" qsTypeId="urn:microsoft.com/office/officeart/2005/8/quickstyle/simple4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E9D9E18F-1CEE-413D-A7CD-731EDD297E38}">
      <dgm:prSet phldrT="[Text]" phldr="0"/>
      <dgm:spPr/>
      <dgm:t>
        <a:bodyPr/>
        <a:lstStyle/>
        <a:p>
          <a:r>
            <a:rPr lang="en-US" dirty="0"/>
            <a:t>Requirements</a:t>
          </a:r>
        </a:p>
      </dgm:t>
    </dgm:pt>
    <dgm:pt modelId="{A3F50EFB-D46C-476D-8D2E-87962A3E3A76}" type="parTrans" cxnId="{0EE50723-B442-4CD8-9973-4BD76C8E002E}">
      <dgm:prSet/>
      <dgm:spPr/>
      <dgm:t>
        <a:bodyPr/>
        <a:lstStyle/>
        <a:p>
          <a:endParaRPr lang="en-US"/>
        </a:p>
      </dgm:t>
    </dgm:pt>
    <dgm:pt modelId="{6855C156-D44F-4CD4-B967-C81ACE76A222}" type="sibTrans" cxnId="{0EE50723-B442-4CD8-9973-4BD76C8E002E}">
      <dgm:prSet/>
      <dgm:spPr/>
      <dgm:t>
        <a:bodyPr/>
        <a:lstStyle/>
        <a:p>
          <a:endParaRPr lang="en-US"/>
        </a:p>
      </dgm:t>
    </dgm:pt>
    <dgm:pt modelId="{BD898F5B-383A-459E-A41F-AE330177974F}">
      <dgm:prSet phldrT="[Text]" phldr="0"/>
      <dgm:spPr/>
      <dgm:t>
        <a:bodyPr/>
        <a:lstStyle/>
        <a:p>
          <a:r>
            <a:rPr lang="en-US"/>
            <a:t>Design</a:t>
          </a:r>
          <a:endParaRPr lang="en-US" dirty="0"/>
        </a:p>
      </dgm:t>
    </dgm:pt>
    <dgm:pt modelId="{8F82B867-5564-4267-9396-BBB4474360B8}" type="parTrans" cxnId="{D6F6C785-15A8-4F4A-9195-F89F555A459A}">
      <dgm:prSet/>
      <dgm:spPr/>
      <dgm:t>
        <a:bodyPr/>
        <a:lstStyle/>
        <a:p>
          <a:endParaRPr lang="en-US"/>
        </a:p>
      </dgm:t>
    </dgm:pt>
    <dgm:pt modelId="{41AF1FC6-2A38-4B79-9D07-1FDFA648E29A}" type="sibTrans" cxnId="{D6F6C785-15A8-4F4A-9195-F89F555A459A}">
      <dgm:prSet/>
      <dgm:spPr/>
      <dgm:t>
        <a:bodyPr/>
        <a:lstStyle/>
        <a:p>
          <a:endParaRPr lang="en-US"/>
        </a:p>
      </dgm:t>
    </dgm:pt>
    <dgm:pt modelId="{63B34DEF-BDEC-4568-9C48-844210F02813}">
      <dgm:prSet phldrT="[Text]" phldr="0"/>
      <dgm:spPr/>
      <dgm:t>
        <a:bodyPr/>
        <a:lstStyle/>
        <a:p>
          <a:r>
            <a:rPr lang="en-US"/>
            <a:t>Implementation</a:t>
          </a:r>
          <a:endParaRPr lang="en-US" dirty="0"/>
        </a:p>
      </dgm:t>
    </dgm:pt>
    <dgm:pt modelId="{4DD315B9-F4C9-4095-AD63-C9E70552E6F0}" type="parTrans" cxnId="{C008F7DA-14BD-4DC5-88BA-4B6FEEC92149}">
      <dgm:prSet/>
      <dgm:spPr/>
      <dgm:t>
        <a:bodyPr/>
        <a:lstStyle/>
        <a:p>
          <a:endParaRPr lang="en-US"/>
        </a:p>
      </dgm:t>
    </dgm:pt>
    <dgm:pt modelId="{277054BE-51B5-476D-B620-81FB1DA633EC}" type="sibTrans" cxnId="{C008F7DA-14BD-4DC5-88BA-4B6FEEC92149}">
      <dgm:prSet/>
      <dgm:spPr/>
      <dgm:t>
        <a:bodyPr/>
        <a:lstStyle/>
        <a:p>
          <a:endParaRPr lang="en-US"/>
        </a:p>
      </dgm:t>
    </dgm:pt>
    <dgm:pt modelId="{471DE695-8549-4796-9371-786AC16AA2CE}">
      <dgm:prSet phldrT="[Text]" phldr="0"/>
      <dgm:spPr/>
      <dgm:t>
        <a:bodyPr/>
        <a:lstStyle/>
        <a:p>
          <a:r>
            <a:rPr lang="en-US"/>
            <a:t>Testing</a:t>
          </a:r>
          <a:endParaRPr lang="en-US" dirty="0"/>
        </a:p>
      </dgm:t>
    </dgm:pt>
    <dgm:pt modelId="{4ED01582-F8AF-42C4-BA15-F454ED105146}" type="parTrans" cxnId="{8A55DA38-68D0-460E-A140-CF3D22FEC1B3}">
      <dgm:prSet/>
      <dgm:spPr/>
      <dgm:t>
        <a:bodyPr/>
        <a:lstStyle/>
        <a:p>
          <a:endParaRPr lang="en-US"/>
        </a:p>
      </dgm:t>
    </dgm:pt>
    <dgm:pt modelId="{9F9FDA6C-E201-4CE7-B21A-74A947E9855F}" type="sibTrans" cxnId="{8A55DA38-68D0-460E-A140-CF3D22FEC1B3}">
      <dgm:prSet/>
      <dgm:spPr/>
      <dgm:t>
        <a:bodyPr/>
        <a:lstStyle/>
        <a:p>
          <a:endParaRPr lang="en-US"/>
        </a:p>
      </dgm:t>
    </dgm:pt>
    <dgm:pt modelId="{EFB5BCA3-67A9-405F-9134-BC7041AF25E1}">
      <dgm:prSet phldrT="[Text]" phldr="0"/>
      <dgm:spPr/>
      <dgm:t>
        <a:bodyPr/>
        <a:lstStyle/>
        <a:p>
          <a:r>
            <a:rPr lang="en-US" dirty="0"/>
            <a:t>Deployment</a:t>
          </a:r>
        </a:p>
        <a:p>
          <a:r>
            <a:rPr lang="en-US" dirty="0"/>
            <a:t>Maintenance</a:t>
          </a:r>
        </a:p>
      </dgm:t>
    </dgm:pt>
    <dgm:pt modelId="{E0968EE2-4831-41C5-8B4A-48D3B5C30A6F}" type="parTrans" cxnId="{96D3008F-A1BE-4675-8CA3-A894C951078E}">
      <dgm:prSet/>
      <dgm:spPr/>
      <dgm:t>
        <a:bodyPr/>
        <a:lstStyle/>
        <a:p>
          <a:endParaRPr lang="en-US"/>
        </a:p>
      </dgm:t>
    </dgm:pt>
    <dgm:pt modelId="{7AE9517B-37C9-4836-BAC6-B2F9E384D69A}" type="sibTrans" cxnId="{96D3008F-A1BE-4675-8CA3-A894C951078E}">
      <dgm:prSet/>
      <dgm:spPr/>
      <dgm:t>
        <a:bodyPr/>
        <a:lstStyle/>
        <a:p>
          <a:endParaRPr lang="en-US"/>
        </a:p>
      </dgm:t>
    </dgm:pt>
    <dgm:pt modelId="{A5A468B8-7CDF-41BE-A68A-1E89B880B2CE}" type="pres">
      <dgm:prSet presAssocID="{A5CE5645-05D0-4EED-B6CE-89B116D7C5E9}" presName="rootnode" presStyleCnt="0">
        <dgm:presLayoutVars>
          <dgm:chMax/>
          <dgm:chPref/>
          <dgm:dir/>
          <dgm:animLvl val="lvl"/>
        </dgm:presLayoutVars>
      </dgm:prSet>
      <dgm:spPr/>
    </dgm:pt>
    <dgm:pt modelId="{3F9D2512-7430-4811-ABBA-24BFA03169A0}" type="pres">
      <dgm:prSet presAssocID="{E9D9E18F-1CEE-413D-A7CD-731EDD297E38}" presName="composite" presStyleCnt="0"/>
      <dgm:spPr/>
    </dgm:pt>
    <dgm:pt modelId="{55D84928-30EB-4372-84F1-7F5D122977A3}" type="pres">
      <dgm:prSet presAssocID="{E9D9E18F-1CEE-413D-A7CD-731EDD297E38}" presName="bentUpArrow1" presStyleLbl="alignImgPlace1" presStyleIdx="0" presStyleCnt="4"/>
      <dgm:spPr/>
    </dgm:pt>
    <dgm:pt modelId="{558BCB8F-792B-4F3A-BEC3-AA9E967A4221}" type="pres">
      <dgm:prSet presAssocID="{E9D9E18F-1CEE-413D-A7CD-731EDD297E38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AE40D3D1-05BE-4FB3-977C-81A963F65CA7}" type="pres">
      <dgm:prSet presAssocID="{E9D9E18F-1CEE-413D-A7CD-731EDD297E38}" presName="ChildText" presStyleLbl="revTx" presStyleIdx="0" presStyleCnt="4" custScaleX="108673">
        <dgm:presLayoutVars>
          <dgm:chMax val="0"/>
          <dgm:chPref val="0"/>
          <dgm:bulletEnabled val="1"/>
        </dgm:presLayoutVars>
      </dgm:prSet>
      <dgm:spPr/>
    </dgm:pt>
    <dgm:pt modelId="{15835C5E-FB4A-4EB3-BE63-B55044DA1DAD}" type="pres">
      <dgm:prSet presAssocID="{6855C156-D44F-4CD4-B967-C81ACE76A222}" presName="sibTrans" presStyleCnt="0"/>
      <dgm:spPr/>
    </dgm:pt>
    <dgm:pt modelId="{471A35E8-3886-4AF3-A7DB-F928519F85C1}" type="pres">
      <dgm:prSet presAssocID="{BD898F5B-383A-459E-A41F-AE330177974F}" presName="composite" presStyleCnt="0"/>
      <dgm:spPr/>
    </dgm:pt>
    <dgm:pt modelId="{DB7E7A5A-FA3E-4B0B-8506-0945D5AA9089}" type="pres">
      <dgm:prSet presAssocID="{BD898F5B-383A-459E-A41F-AE330177974F}" presName="bentUpArrow1" presStyleLbl="alignImgPlace1" presStyleIdx="1" presStyleCnt="4"/>
      <dgm:spPr/>
    </dgm:pt>
    <dgm:pt modelId="{7A4B135C-3B13-446A-AF65-FCA5A567CF3A}" type="pres">
      <dgm:prSet presAssocID="{BD898F5B-383A-459E-A41F-AE330177974F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06A3D8FD-B8A3-478F-AABC-4E1B69E4ECF8}" type="pres">
      <dgm:prSet presAssocID="{BD898F5B-383A-459E-A41F-AE330177974F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3EC6D4D4-DFA5-44B6-86A2-5EDD8FD25BE7}" type="pres">
      <dgm:prSet presAssocID="{41AF1FC6-2A38-4B79-9D07-1FDFA648E29A}" presName="sibTrans" presStyleCnt="0"/>
      <dgm:spPr/>
    </dgm:pt>
    <dgm:pt modelId="{AF33E244-A964-4E57-B260-9AA45598555D}" type="pres">
      <dgm:prSet presAssocID="{63B34DEF-BDEC-4568-9C48-844210F02813}" presName="composite" presStyleCnt="0"/>
      <dgm:spPr/>
    </dgm:pt>
    <dgm:pt modelId="{D8323C20-3899-40FA-ACB3-3DDC7D44003E}" type="pres">
      <dgm:prSet presAssocID="{63B34DEF-BDEC-4568-9C48-844210F02813}" presName="bentUpArrow1" presStyleLbl="alignImgPlace1" presStyleIdx="2" presStyleCnt="4"/>
      <dgm:spPr/>
    </dgm:pt>
    <dgm:pt modelId="{341157AB-094B-48A1-8E09-13ACC6477F98}" type="pres">
      <dgm:prSet presAssocID="{63B34DEF-BDEC-4568-9C48-844210F02813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5151E56F-FCFA-474B-9666-55CAB8DE4755}" type="pres">
      <dgm:prSet presAssocID="{63B34DEF-BDEC-4568-9C48-844210F02813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97D71905-D946-42BA-8FB4-905716CDDD36}" type="pres">
      <dgm:prSet presAssocID="{277054BE-51B5-476D-B620-81FB1DA633EC}" presName="sibTrans" presStyleCnt="0"/>
      <dgm:spPr/>
    </dgm:pt>
    <dgm:pt modelId="{D91AEF8A-D862-45E6-9096-A7BA773DD974}" type="pres">
      <dgm:prSet presAssocID="{471DE695-8549-4796-9371-786AC16AA2CE}" presName="composite" presStyleCnt="0"/>
      <dgm:spPr/>
    </dgm:pt>
    <dgm:pt modelId="{E96F65D2-D54C-422E-94BB-760D86466686}" type="pres">
      <dgm:prSet presAssocID="{471DE695-8549-4796-9371-786AC16AA2CE}" presName="bentUpArrow1" presStyleLbl="alignImgPlace1" presStyleIdx="3" presStyleCnt="4"/>
      <dgm:spPr/>
    </dgm:pt>
    <dgm:pt modelId="{1ACFC932-7883-4BD7-9592-DE95D8EA1BD1}" type="pres">
      <dgm:prSet presAssocID="{471DE695-8549-4796-9371-786AC16AA2CE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721908AE-36CE-43D4-87A1-E32014DEFDD2}" type="pres">
      <dgm:prSet presAssocID="{471DE695-8549-4796-9371-786AC16AA2CE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D57D1C99-AC80-41EB-8AEB-7C97B9BC0A28}" type="pres">
      <dgm:prSet presAssocID="{9F9FDA6C-E201-4CE7-B21A-74A947E9855F}" presName="sibTrans" presStyleCnt="0"/>
      <dgm:spPr/>
    </dgm:pt>
    <dgm:pt modelId="{54881C2B-D894-437B-AB60-297667987400}" type="pres">
      <dgm:prSet presAssocID="{EFB5BCA3-67A9-405F-9134-BC7041AF25E1}" presName="composite" presStyleCnt="0"/>
      <dgm:spPr/>
    </dgm:pt>
    <dgm:pt modelId="{E5175193-EA74-4C3D-855E-0AA58924465F}" type="pres">
      <dgm:prSet presAssocID="{EFB5BCA3-67A9-405F-9134-BC7041AF25E1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0EE50723-B442-4CD8-9973-4BD76C8E002E}" srcId="{A5CE5645-05D0-4EED-B6CE-89B116D7C5E9}" destId="{E9D9E18F-1CEE-413D-A7CD-731EDD297E38}" srcOrd="0" destOrd="0" parTransId="{A3F50EFB-D46C-476D-8D2E-87962A3E3A76}" sibTransId="{6855C156-D44F-4CD4-B967-C81ACE76A222}"/>
    <dgm:cxn modelId="{8A55DA38-68D0-460E-A140-CF3D22FEC1B3}" srcId="{A5CE5645-05D0-4EED-B6CE-89B116D7C5E9}" destId="{471DE695-8549-4796-9371-786AC16AA2CE}" srcOrd="3" destOrd="0" parTransId="{4ED01582-F8AF-42C4-BA15-F454ED105146}" sibTransId="{9F9FDA6C-E201-4CE7-B21A-74A947E9855F}"/>
    <dgm:cxn modelId="{9C615C60-B7B8-467C-AD02-895720205ECB}" type="presOf" srcId="{BD898F5B-383A-459E-A41F-AE330177974F}" destId="{7A4B135C-3B13-446A-AF65-FCA5A567CF3A}" srcOrd="0" destOrd="0" presId="urn:microsoft.com/office/officeart/2005/8/layout/StepDownProcess"/>
    <dgm:cxn modelId="{BE74F761-E263-464C-8C8F-DBE73A9FA0AB}" type="presOf" srcId="{A5CE5645-05D0-4EED-B6CE-89B116D7C5E9}" destId="{A5A468B8-7CDF-41BE-A68A-1E89B880B2CE}" srcOrd="0" destOrd="0" presId="urn:microsoft.com/office/officeart/2005/8/layout/StepDownProcess"/>
    <dgm:cxn modelId="{53D1F763-0BE7-4A02-8639-766E09E8FDC1}" type="presOf" srcId="{E9D9E18F-1CEE-413D-A7CD-731EDD297E38}" destId="{558BCB8F-792B-4F3A-BEC3-AA9E967A4221}" srcOrd="0" destOrd="0" presId="urn:microsoft.com/office/officeart/2005/8/layout/StepDownProcess"/>
    <dgm:cxn modelId="{A4E63D46-F91F-4528-A698-D508FD45BB85}" type="presOf" srcId="{EFB5BCA3-67A9-405F-9134-BC7041AF25E1}" destId="{E5175193-EA74-4C3D-855E-0AA58924465F}" srcOrd="0" destOrd="0" presId="urn:microsoft.com/office/officeart/2005/8/layout/StepDownProcess"/>
    <dgm:cxn modelId="{D6F6C785-15A8-4F4A-9195-F89F555A459A}" srcId="{A5CE5645-05D0-4EED-B6CE-89B116D7C5E9}" destId="{BD898F5B-383A-459E-A41F-AE330177974F}" srcOrd="1" destOrd="0" parTransId="{8F82B867-5564-4267-9396-BBB4474360B8}" sibTransId="{41AF1FC6-2A38-4B79-9D07-1FDFA648E29A}"/>
    <dgm:cxn modelId="{96D3008F-A1BE-4675-8CA3-A894C951078E}" srcId="{A5CE5645-05D0-4EED-B6CE-89B116D7C5E9}" destId="{EFB5BCA3-67A9-405F-9134-BC7041AF25E1}" srcOrd="4" destOrd="0" parTransId="{E0968EE2-4831-41C5-8B4A-48D3B5C30A6F}" sibTransId="{7AE9517B-37C9-4836-BAC6-B2F9E384D69A}"/>
    <dgm:cxn modelId="{9231DFA8-434C-494C-A6F8-9E375805FBE0}" type="presOf" srcId="{471DE695-8549-4796-9371-786AC16AA2CE}" destId="{1ACFC932-7883-4BD7-9592-DE95D8EA1BD1}" srcOrd="0" destOrd="0" presId="urn:microsoft.com/office/officeart/2005/8/layout/StepDownProcess"/>
    <dgm:cxn modelId="{14C941CA-47BF-4DBC-920D-9C625549EACC}" type="presOf" srcId="{63B34DEF-BDEC-4568-9C48-844210F02813}" destId="{341157AB-094B-48A1-8E09-13ACC6477F98}" srcOrd="0" destOrd="0" presId="urn:microsoft.com/office/officeart/2005/8/layout/StepDownProcess"/>
    <dgm:cxn modelId="{C008F7DA-14BD-4DC5-88BA-4B6FEEC92149}" srcId="{A5CE5645-05D0-4EED-B6CE-89B116D7C5E9}" destId="{63B34DEF-BDEC-4568-9C48-844210F02813}" srcOrd="2" destOrd="0" parTransId="{4DD315B9-F4C9-4095-AD63-C9E70552E6F0}" sibTransId="{277054BE-51B5-476D-B620-81FB1DA633EC}"/>
    <dgm:cxn modelId="{35467855-4451-45AB-BB84-1573D0FBDA6C}" type="presParOf" srcId="{A5A468B8-7CDF-41BE-A68A-1E89B880B2CE}" destId="{3F9D2512-7430-4811-ABBA-24BFA03169A0}" srcOrd="0" destOrd="0" presId="urn:microsoft.com/office/officeart/2005/8/layout/StepDownProcess"/>
    <dgm:cxn modelId="{9D7D993B-8EEF-4703-9E39-C411669A4E6D}" type="presParOf" srcId="{3F9D2512-7430-4811-ABBA-24BFA03169A0}" destId="{55D84928-30EB-4372-84F1-7F5D122977A3}" srcOrd="0" destOrd="0" presId="urn:microsoft.com/office/officeart/2005/8/layout/StepDownProcess"/>
    <dgm:cxn modelId="{CE82AE17-DD5B-4561-907A-396B122A444B}" type="presParOf" srcId="{3F9D2512-7430-4811-ABBA-24BFA03169A0}" destId="{558BCB8F-792B-4F3A-BEC3-AA9E967A4221}" srcOrd="1" destOrd="0" presId="urn:microsoft.com/office/officeart/2005/8/layout/StepDownProcess"/>
    <dgm:cxn modelId="{537A41E0-0941-4976-88BC-8AF675C5B466}" type="presParOf" srcId="{3F9D2512-7430-4811-ABBA-24BFA03169A0}" destId="{AE40D3D1-05BE-4FB3-977C-81A963F65CA7}" srcOrd="2" destOrd="0" presId="urn:microsoft.com/office/officeart/2005/8/layout/StepDownProcess"/>
    <dgm:cxn modelId="{AC2378EA-984B-4A90-916A-EBE056AFEA79}" type="presParOf" srcId="{A5A468B8-7CDF-41BE-A68A-1E89B880B2CE}" destId="{15835C5E-FB4A-4EB3-BE63-B55044DA1DAD}" srcOrd="1" destOrd="0" presId="urn:microsoft.com/office/officeart/2005/8/layout/StepDownProcess"/>
    <dgm:cxn modelId="{3CD10937-7219-4334-9A99-36C37E8A1051}" type="presParOf" srcId="{A5A468B8-7CDF-41BE-A68A-1E89B880B2CE}" destId="{471A35E8-3886-4AF3-A7DB-F928519F85C1}" srcOrd="2" destOrd="0" presId="urn:microsoft.com/office/officeart/2005/8/layout/StepDownProcess"/>
    <dgm:cxn modelId="{C9FDF15B-1F01-4ED9-A3E0-96AA7AD9E6B3}" type="presParOf" srcId="{471A35E8-3886-4AF3-A7DB-F928519F85C1}" destId="{DB7E7A5A-FA3E-4B0B-8506-0945D5AA9089}" srcOrd="0" destOrd="0" presId="urn:microsoft.com/office/officeart/2005/8/layout/StepDownProcess"/>
    <dgm:cxn modelId="{B575BEE7-98CF-4E8E-AB44-D0DBE7AEAF3B}" type="presParOf" srcId="{471A35E8-3886-4AF3-A7DB-F928519F85C1}" destId="{7A4B135C-3B13-446A-AF65-FCA5A567CF3A}" srcOrd="1" destOrd="0" presId="urn:microsoft.com/office/officeart/2005/8/layout/StepDownProcess"/>
    <dgm:cxn modelId="{87410A85-A1BD-4256-8C3F-CBFECD688709}" type="presParOf" srcId="{471A35E8-3886-4AF3-A7DB-F928519F85C1}" destId="{06A3D8FD-B8A3-478F-AABC-4E1B69E4ECF8}" srcOrd="2" destOrd="0" presId="urn:microsoft.com/office/officeart/2005/8/layout/StepDownProcess"/>
    <dgm:cxn modelId="{3B7CE391-72E6-4B55-8792-6DC82C369380}" type="presParOf" srcId="{A5A468B8-7CDF-41BE-A68A-1E89B880B2CE}" destId="{3EC6D4D4-DFA5-44B6-86A2-5EDD8FD25BE7}" srcOrd="3" destOrd="0" presId="urn:microsoft.com/office/officeart/2005/8/layout/StepDownProcess"/>
    <dgm:cxn modelId="{B5B4CBA4-29EC-428F-A764-DF3A1E5D2EBB}" type="presParOf" srcId="{A5A468B8-7CDF-41BE-A68A-1E89B880B2CE}" destId="{AF33E244-A964-4E57-B260-9AA45598555D}" srcOrd="4" destOrd="0" presId="urn:microsoft.com/office/officeart/2005/8/layout/StepDownProcess"/>
    <dgm:cxn modelId="{9A07F1A4-B253-433D-B93D-199EBBBCCD61}" type="presParOf" srcId="{AF33E244-A964-4E57-B260-9AA45598555D}" destId="{D8323C20-3899-40FA-ACB3-3DDC7D44003E}" srcOrd="0" destOrd="0" presId="urn:microsoft.com/office/officeart/2005/8/layout/StepDownProcess"/>
    <dgm:cxn modelId="{766B0C40-6AF6-48B9-B1AC-A3CC4C76485C}" type="presParOf" srcId="{AF33E244-A964-4E57-B260-9AA45598555D}" destId="{341157AB-094B-48A1-8E09-13ACC6477F98}" srcOrd="1" destOrd="0" presId="urn:microsoft.com/office/officeart/2005/8/layout/StepDownProcess"/>
    <dgm:cxn modelId="{ACD86331-5003-4A70-965F-2475F73B21A2}" type="presParOf" srcId="{AF33E244-A964-4E57-B260-9AA45598555D}" destId="{5151E56F-FCFA-474B-9666-55CAB8DE4755}" srcOrd="2" destOrd="0" presId="urn:microsoft.com/office/officeart/2005/8/layout/StepDownProcess"/>
    <dgm:cxn modelId="{3B436B25-2A52-4A76-9816-345C66B889C5}" type="presParOf" srcId="{A5A468B8-7CDF-41BE-A68A-1E89B880B2CE}" destId="{97D71905-D946-42BA-8FB4-905716CDDD36}" srcOrd="5" destOrd="0" presId="urn:microsoft.com/office/officeart/2005/8/layout/StepDownProcess"/>
    <dgm:cxn modelId="{C4F5377B-A29E-406C-8B02-AB8231E45330}" type="presParOf" srcId="{A5A468B8-7CDF-41BE-A68A-1E89B880B2CE}" destId="{D91AEF8A-D862-45E6-9096-A7BA773DD974}" srcOrd="6" destOrd="0" presId="urn:microsoft.com/office/officeart/2005/8/layout/StepDownProcess"/>
    <dgm:cxn modelId="{E7912AF8-0038-4CB7-A600-89735634E1AF}" type="presParOf" srcId="{D91AEF8A-D862-45E6-9096-A7BA773DD974}" destId="{E96F65D2-D54C-422E-94BB-760D86466686}" srcOrd="0" destOrd="0" presId="urn:microsoft.com/office/officeart/2005/8/layout/StepDownProcess"/>
    <dgm:cxn modelId="{CED6C023-3A92-4127-886C-B9CD9264EA27}" type="presParOf" srcId="{D91AEF8A-D862-45E6-9096-A7BA773DD974}" destId="{1ACFC932-7883-4BD7-9592-DE95D8EA1BD1}" srcOrd="1" destOrd="0" presId="urn:microsoft.com/office/officeart/2005/8/layout/StepDownProcess"/>
    <dgm:cxn modelId="{67950800-AE2B-4603-AB2C-1CC8CFAA6A2A}" type="presParOf" srcId="{D91AEF8A-D862-45E6-9096-A7BA773DD974}" destId="{721908AE-36CE-43D4-87A1-E32014DEFDD2}" srcOrd="2" destOrd="0" presId="urn:microsoft.com/office/officeart/2005/8/layout/StepDownProcess"/>
    <dgm:cxn modelId="{540EAC10-67EB-4899-B4BE-6D180D56E3A6}" type="presParOf" srcId="{A5A468B8-7CDF-41BE-A68A-1E89B880B2CE}" destId="{D57D1C99-AC80-41EB-8AEB-7C97B9BC0A28}" srcOrd="7" destOrd="0" presId="urn:microsoft.com/office/officeart/2005/8/layout/StepDownProcess"/>
    <dgm:cxn modelId="{ADCBE412-CDD6-4B37-B6BF-773DBACBEC26}" type="presParOf" srcId="{A5A468B8-7CDF-41BE-A68A-1E89B880B2CE}" destId="{54881C2B-D894-437B-AB60-297667987400}" srcOrd="8" destOrd="0" presId="urn:microsoft.com/office/officeart/2005/8/layout/StepDownProcess"/>
    <dgm:cxn modelId="{888F2784-C99A-4B54-BE2E-9A3C68FBAF5D}" type="presParOf" srcId="{54881C2B-D894-437B-AB60-297667987400}" destId="{E5175193-EA74-4C3D-855E-0AA58924465F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67FA7A-228F-4DF4-B390-E0655FCEE34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6BDC1F-F853-4A04-93CA-7D00866CDA34}">
      <dgm:prSet custT="1"/>
      <dgm:spPr/>
      <dgm:t>
        <a:bodyPr/>
        <a:lstStyle/>
        <a:p>
          <a:r>
            <a:rPr lang="en-US" sz="1800" b="1" spc="300" dirty="0"/>
            <a:t>Stability</a:t>
          </a:r>
        </a:p>
        <a:p>
          <a:r>
            <a:rPr lang="en-US" sz="1800" dirty="0"/>
            <a:t>Are requirements likely to change? If so, Agile is a more flexible format. If not, then things can be streamlined with Waterfall.</a:t>
          </a:r>
        </a:p>
      </dgm:t>
    </dgm:pt>
    <dgm:pt modelId="{8105ADB8-DD84-490F-8B57-9E3C598E253F}" type="parTrans" cxnId="{82BDBBDE-A319-4DC6-A896-9C60949997A6}">
      <dgm:prSet/>
      <dgm:spPr/>
      <dgm:t>
        <a:bodyPr/>
        <a:lstStyle/>
        <a:p>
          <a:endParaRPr lang="en-US"/>
        </a:p>
      </dgm:t>
    </dgm:pt>
    <dgm:pt modelId="{CC116622-3C9A-424F-9F9B-CFDB8DD78A5D}" type="sibTrans" cxnId="{82BDBBDE-A319-4DC6-A896-9C60949997A6}">
      <dgm:prSet/>
      <dgm:spPr/>
      <dgm:t>
        <a:bodyPr/>
        <a:lstStyle/>
        <a:p>
          <a:endParaRPr lang="en-US"/>
        </a:p>
      </dgm:t>
    </dgm:pt>
    <dgm:pt modelId="{95D08955-45B0-4953-B247-9D06DD49378A}">
      <dgm:prSet custT="1"/>
      <dgm:spPr/>
      <dgm:t>
        <a:bodyPr/>
        <a:lstStyle/>
        <a:p>
          <a:r>
            <a:rPr lang="en-US" sz="1800" b="1" spc="300" dirty="0"/>
            <a:t>Client Involvement</a:t>
          </a:r>
        </a:p>
        <a:p>
          <a:r>
            <a:rPr lang="en-US" sz="1800" dirty="0"/>
            <a:t>Agile needs a client who is available for regular feedback. Waterfall needs heavy input only at the start and the end.</a:t>
          </a:r>
        </a:p>
      </dgm:t>
    </dgm:pt>
    <dgm:pt modelId="{374C7C93-F320-4387-9429-83C92FC4CA1B}" type="parTrans" cxnId="{143104D9-F4A8-4918-A6E6-1A585BDD4550}">
      <dgm:prSet/>
      <dgm:spPr/>
      <dgm:t>
        <a:bodyPr/>
        <a:lstStyle/>
        <a:p>
          <a:endParaRPr lang="en-US"/>
        </a:p>
      </dgm:t>
    </dgm:pt>
    <dgm:pt modelId="{15C41EF4-3B38-47D2-A3E9-11FC41EB2928}" type="sibTrans" cxnId="{143104D9-F4A8-4918-A6E6-1A585BDD4550}">
      <dgm:prSet/>
      <dgm:spPr/>
      <dgm:t>
        <a:bodyPr/>
        <a:lstStyle/>
        <a:p>
          <a:endParaRPr lang="en-US"/>
        </a:p>
      </dgm:t>
    </dgm:pt>
    <dgm:pt modelId="{1D801793-EA97-475E-91B4-5BEEEE3B3F45}">
      <dgm:prSet/>
      <dgm:spPr/>
      <dgm:t>
        <a:bodyPr/>
        <a:lstStyle/>
        <a:p>
          <a:r>
            <a:rPr lang="en-US" b="1" spc="300" dirty="0"/>
            <a:t>Project Size and Complexity</a:t>
          </a:r>
        </a:p>
        <a:p>
          <a:r>
            <a:rPr lang="en-US" dirty="0"/>
            <a:t> Agile suits small to mid-sized teams and products. Very large projects may need waterfall-style planning or a hybrid approach (Leong et al., 2023).</a:t>
          </a:r>
        </a:p>
      </dgm:t>
    </dgm:pt>
    <dgm:pt modelId="{688BD747-74D9-40F6-9B8D-085DB768040A}" type="parTrans" cxnId="{4187DBC8-20BA-431A-AB75-5F6A93D1E5CE}">
      <dgm:prSet/>
      <dgm:spPr/>
      <dgm:t>
        <a:bodyPr/>
        <a:lstStyle/>
        <a:p>
          <a:endParaRPr lang="en-US"/>
        </a:p>
      </dgm:t>
    </dgm:pt>
    <dgm:pt modelId="{EDE75201-713F-4F45-97F0-B449A6A8912C}" type="sibTrans" cxnId="{4187DBC8-20BA-431A-AB75-5F6A93D1E5CE}">
      <dgm:prSet/>
      <dgm:spPr/>
      <dgm:t>
        <a:bodyPr/>
        <a:lstStyle/>
        <a:p>
          <a:endParaRPr lang="en-US"/>
        </a:p>
      </dgm:t>
    </dgm:pt>
    <dgm:pt modelId="{4C6D203C-1239-44C1-A7B9-2E01CD32C2D6}">
      <dgm:prSet/>
      <dgm:spPr/>
      <dgm:t>
        <a:bodyPr/>
        <a:lstStyle/>
        <a:p>
          <a:r>
            <a:rPr lang="en-US" b="1" spc="300" dirty="0"/>
            <a:t>Documentation and Regulation</a:t>
          </a:r>
        </a:p>
        <a:p>
          <a:r>
            <a:rPr lang="en-US" dirty="0"/>
            <a:t>Waterfall suits projects that need full upfront documentation or regulatory sign-off. Agile documents as it goes so is better when there is less concrete information up front.</a:t>
          </a:r>
        </a:p>
      </dgm:t>
    </dgm:pt>
    <dgm:pt modelId="{3B94A88A-FF93-4B52-A2FC-75A64F3140E7}" type="parTrans" cxnId="{6E98AB43-BC9F-4CD1-8D43-9809FE2409DA}">
      <dgm:prSet/>
      <dgm:spPr/>
      <dgm:t>
        <a:bodyPr/>
        <a:lstStyle/>
        <a:p>
          <a:endParaRPr lang="en-US"/>
        </a:p>
      </dgm:t>
    </dgm:pt>
    <dgm:pt modelId="{8834BB54-3B82-40CB-BC67-29FB327E5286}" type="sibTrans" cxnId="{6E98AB43-BC9F-4CD1-8D43-9809FE2409DA}">
      <dgm:prSet/>
      <dgm:spPr/>
      <dgm:t>
        <a:bodyPr/>
        <a:lstStyle/>
        <a:p>
          <a:endParaRPr lang="en-US"/>
        </a:p>
      </dgm:t>
    </dgm:pt>
    <dgm:pt modelId="{97AFEBCC-0702-459C-86A6-FB427F51C911}">
      <dgm:prSet/>
      <dgm:spPr/>
      <dgm:t>
        <a:bodyPr/>
        <a:lstStyle/>
        <a:p>
          <a:r>
            <a:rPr lang="en-US" b="1" spc="300" dirty="0"/>
            <a:t>Team Experience</a:t>
          </a:r>
        </a:p>
        <a:p>
          <a:r>
            <a:rPr lang="en-US" dirty="0"/>
            <a:t>Agile requires self-management and comfort with short cycles. Teams new to it need coaching from the Scrum Master.</a:t>
          </a:r>
        </a:p>
      </dgm:t>
    </dgm:pt>
    <dgm:pt modelId="{BCB25E30-4BC5-4CC4-B16B-B18C1EB2578F}" type="parTrans" cxnId="{E69ACE41-7C09-4B5F-ADEE-4A41D08972EE}">
      <dgm:prSet/>
      <dgm:spPr/>
      <dgm:t>
        <a:bodyPr/>
        <a:lstStyle/>
        <a:p>
          <a:endParaRPr lang="en-US"/>
        </a:p>
      </dgm:t>
    </dgm:pt>
    <dgm:pt modelId="{C55F8468-CE6A-4906-AFB4-B8083CC19287}" type="sibTrans" cxnId="{E69ACE41-7C09-4B5F-ADEE-4A41D08972EE}">
      <dgm:prSet/>
      <dgm:spPr/>
      <dgm:t>
        <a:bodyPr/>
        <a:lstStyle/>
        <a:p>
          <a:endParaRPr lang="en-US"/>
        </a:p>
      </dgm:t>
    </dgm:pt>
    <dgm:pt modelId="{9F70DA11-8D20-4D3B-8BEF-5B90FA81B225}" type="pres">
      <dgm:prSet presAssocID="{3A67FA7A-228F-4DF4-B390-E0655FCEE348}" presName="diagram" presStyleCnt="0">
        <dgm:presLayoutVars>
          <dgm:dir/>
          <dgm:resizeHandles val="exact"/>
        </dgm:presLayoutVars>
      </dgm:prSet>
      <dgm:spPr/>
    </dgm:pt>
    <dgm:pt modelId="{F4D2A9DD-7F0D-497D-9B2D-F3FD3450F180}" type="pres">
      <dgm:prSet presAssocID="{446BDC1F-F853-4A04-93CA-7D00866CDA34}" presName="node" presStyleLbl="node1" presStyleIdx="0" presStyleCnt="5">
        <dgm:presLayoutVars>
          <dgm:bulletEnabled val="1"/>
        </dgm:presLayoutVars>
      </dgm:prSet>
      <dgm:spPr/>
    </dgm:pt>
    <dgm:pt modelId="{FD1D614A-51CF-4B0D-9188-FFBD18440546}" type="pres">
      <dgm:prSet presAssocID="{CC116622-3C9A-424F-9F9B-CFDB8DD78A5D}" presName="sibTrans" presStyleCnt="0"/>
      <dgm:spPr/>
    </dgm:pt>
    <dgm:pt modelId="{19E189F3-E152-4F9D-8A34-1E9F30DF67A1}" type="pres">
      <dgm:prSet presAssocID="{95D08955-45B0-4953-B247-9D06DD49378A}" presName="node" presStyleLbl="node1" presStyleIdx="1" presStyleCnt="5">
        <dgm:presLayoutVars>
          <dgm:bulletEnabled val="1"/>
        </dgm:presLayoutVars>
      </dgm:prSet>
      <dgm:spPr/>
    </dgm:pt>
    <dgm:pt modelId="{907D7816-3926-4480-B452-DEF1ADC6BFC6}" type="pres">
      <dgm:prSet presAssocID="{15C41EF4-3B38-47D2-A3E9-11FC41EB2928}" presName="sibTrans" presStyleCnt="0"/>
      <dgm:spPr/>
    </dgm:pt>
    <dgm:pt modelId="{FEC073F5-BC29-472C-95AF-BD850C6F2905}" type="pres">
      <dgm:prSet presAssocID="{1D801793-EA97-475E-91B4-5BEEEE3B3F45}" presName="node" presStyleLbl="node1" presStyleIdx="2" presStyleCnt="5">
        <dgm:presLayoutVars>
          <dgm:bulletEnabled val="1"/>
        </dgm:presLayoutVars>
      </dgm:prSet>
      <dgm:spPr/>
    </dgm:pt>
    <dgm:pt modelId="{BF702A60-8042-4AC9-A32D-7902592AF196}" type="pres">
      <dgm:prSet presAssocID="{EDE75201-713F-4F45-97F0-B449A6A8912C}" presName="sibTrans" presStyleCnt="0"/>
      <dgm:spPr/>
    </dgm:pt>
    <dgm:pt modelId="{1034E385-5724-4556-8050-23EE6246B7C8}" type="pres">
      <dgm:prSet presAssocID="{4C6D203C-1239-44C1-A7B9-2E01CD32C2D6}" presName="node" presStyleLbl="node1" presStyleIdx="3" presStyleCnt="5">
        <dgm:presLayoutVars>
          <dgm:bulletEnabled val="1"/>
        </dgm:presLayoutVars>
      </dgm:prSet>
      <dgm:spPr/>
    </dgm:pt>
    <dgm:pt modelId="{AC6D1643-3CC2-476E-9EF4-B466FB38F7A3}" type="pres">
      <dgm:prSet presAssocID="{8834BB54-3B82-40CB-BC67-29FB327E5286}" presName="sibTrans" presStyleCnt="0"/>
      <dgm:spPr/>
    </dgm:pt>
    <dgm:pt modelId="{600A99DD-48B1-4F18-BA37-B3A7C36BCF29}" type="pres">
      <dgm:prSet presAssocID="{97AFEBCC-0702-459C-86A6-FB427F51C911}" presName="node" presStyleLbl="node1" presStyleIdx="4" presStyleCnt="5">
        <dgm:presLayoutVars>
          <dgm:bulletEnabled val="1"/>
        </dgm:presLayoutVars>
      </dgm:prSet>
      <dgm:spPr/>
    </dgm:pt>
  </dgm:ptLst>
  <dgm:cxnLst>
    <dgm:cxn modelId="{86E71C15-0E19-46EE-878F-BBE7BB497BD9}" type="presOf" srcId="{97AFEBCC-0702-459C-86A6-FB427F51C911}" destId="{600A99DD-48B1-4F18-BA37-B3A7C36BCF29}" srcOrd="0" destOrd="0" presId="urn:microsoft.com/office/officeart/2005/8/layout/default"/>
    <dgm:cxn modelId="{64632720-E414-4326-AFAF-6D12F3E66427}" type="presOf" srcId="{1D801793-EA97-475E-91B4-5BEEEE3B3F45}" destId="{FEC073F5-BC29-472C-95AF-BD850C6F2905}" srcOrd="0" destOrd="0" presId="urn:microsoft.com/office/officeart/2005/8/layout/default"/>
    <dgm:cxn modelId="{7D144F41-579F-498B-AD59-F7A695AA77DE}" type="presOf" srcId="{4C6D203C-1239-44C1-A7B9-2E01CD32C2D6}" destId="{1034E385-5724-4556-8050-23EE6246B7C8}" srcOrd="0" destOrd="0" presId="urn:microsoft.com/office/officeart/2005/8/layout/default"/>
    <dgm:cxn modelId="{E69ACE41-7C09-4B5F-ADEE-4A41D08972EE}" srcId="{3A67FA7A-228F-4DF4-B390-E0655FCEE348}" destId="{97AFEBCC-0702-459C-86A6-FB427F51C911}" srcOrd="4" destOrd="0" parTransId="{BCB25E30-4BC5-4CC4-B16B-B18C1EB2578F}" sibTransId="{C55F8468-CE6A-4906-AFB4-B8083CC19287}"/>
    <dgm:cxn modelId="{6E98AB43-BC9F-4CD1-8D43-9809FE2409DA}" srcId="{3A67FA7A-228F-4DF4-B390-E0655FCEE348}" destId="{4C6D203C-1239-44C1-A7B9-2E01CD32C2D6}" srcOrd="3" destOrd="0" parTransId="{3B94A88A-FF93-4B52-A2FC-75A64F3140E7}" sibTransId="{8834BB54-3B82-40CB-BC67-29FB327E5286}"/>
    <dgm:cxn modelId="{80F12246-2BC9-4410-9C42-5A062629A4A4}" type="presOf" srcId="{446BDC1F-F853-4A04-93CA-7D00866CDA34}" destId="{F4D2A9DD-7F0D-497D-9B2D-F3FD3450F180}" srcOrd="0" destOrd="0" presId="urn:microsoft.com/office/officeart/2005/8/layout/default"/>
    <dgm:cxn modelId="{64A76EBA-5E9C-4E8C-B20A-90EBC87C94D6}" type="presOf" srcId="{95D08955-45B0-4953-B247-9D06DD49378A}" destId="{19E189F3-E152-4F9D-8A34-1E9F30DF67A1}" srcOrd="0" destOrd="0" presId="urn:microsoft.com/office/officeart/2005/8/layout/default"/>
    <dgm:cxn modelId="{4187DBC8-20BA-431A-AB75-5F6A93D1E5CE}" srcId="{3A67FA7A-228F-4DF4-B390-E0655FCEE348}" destId="{1D801793-EA97-475E-91B4-5BEEEE3B3F45}" srcOrd="2" destOrd="0" parTransId="{688BD747-74D9-40F6-9B8D-085DB768040A}" sibTransId="{EDE75201-713F-4F45-97F0-B449A6A8912C}"/>
    <dgm:cxn modelId="{143104D9-F4A8-4918-A6E6-1A585BDD4550}" srcId="{3A67FA7A-228F-4DF4-B390-E0655FCEE348}" destId="{95D08955-45B0-4953-B247-9D06DD49378A}" srcOrd="1" destOrd="0" parTransId="{374C7C93-F320-4387-9429-83C92FC4CA1B}" sibTransId="{15C41EF4-3B38-47D2-A3E9-11FC41EB2928}"/>
    <dgm:cxn modelId="{82BDBBDE-A319-4DC6-A896-9C60949997A6}" srcId="{3A67FA7A-228F-4DF4-B390-E0655FCEE348}" destId="{446BDC1F-F853-4A04-93CA-7D00866CDA34}" srcOrd="0" destOrd="0" parTransId="{8105ADB8-DD84-490F-8B57-9E3C598E253F}" sibTransId="{CC116622-3C9A-424F-9F9B-CFDB8DD78A5D}"/>
    <dgm:cxn modelId="{FA8E3FE4-26E7-4878-A997-4BC66782BACD}" type="presOf" srcId="{3A67FA7A-228F-4DF4-B390-E0655FCEE348}" destId="{9F70DA11-8D20-4D3B-8BEF-5B90FA81B225}" srcOrd="0" destOrd="0" presId="urn:microsoft.com/office/officeart/2005/8/layout/default"/>
    <dgm:cxn modelId="{D19EC0DA-BB9F-4AB5-B496-325F1B707BAA}" type="presParOf" srcId="{9F70DA11-8D20-4D3B-8BEF-5B90FA81B225}" destId="{F4D2A9DD-7F0D-497D-9B2D-F3FD3450F180}" srcOrd="0" destOrd="0" presId="urn:microsoft.com/office/officeart/2005/8/layout/default"/>
    <dgm:cxn modelId="{B554C74B-3E6E-4580-8BA5-2FD5CE646E8C}" type="presParOf" srcId="{9F70DA11-8D20-4D3B-8BEF-5B90FA81B225}" destId="{FD1D614A-51CF-4B0D-9188-FFBD18440546}" srcOrd="1" destOrd="0" presId="urn:microsoft.com/office/officeart/2005/8/layout/default"/>
    <dgm:cxn modelId="{0625DEF1-17EE-4339-91C4-A3B1DE93B822}" type="presParOf" srcId="{9F70DA11-8D20-4D3B-8BEF-5B90FA81B225}" destId="{19E189F3-E152-4F9D-8A34-1E9F30DF67A1}" srcOrd="2" destOrd="0" presId="urn:microsoft.com/office/officeart/2005/8/layout/default"/>
    <dgm:cxn modelId="{40F9CD7C-8AC0-4998-A5CB-58F0E0DA8E18}" type="presParOf" srcId="{9F70DA11-8D20-4D3B-8BEF-5B90FA81B225}" destId="{907D7816-3926-4480-B452-DEF1ADC6BFC6}" srcOrd="3" destOrd="0" presId="urn:microsoft.com/office/officeart/2005/8/layout/default"/>
    <dgm:cxn modelId="{F6174CDD-4CCC-49B8-8D7C-3FA74EB2BC8E}" type="presParOf" srcId="{9F70DA11-8D20-4D3B-8BEF-5B90FA81B225}" destId="{FEC073F5-BC29-472C-95AF-BD850C6F2905}" srcOrd="4" destOrd="0" presId="urn:microsoft.com/office/officeart/2005/8/layout/default"/>
    <dgm:cxn modelId="{44ED7E1B-4002-45EE-86D6-FC4597C476DD}" type="presParOf" srcId="{9F70DA11-8D20-4D3B-8BEF-5B90FA81B225}" destId="{BF702A60-8042-4AC9-A32D-7902592AF196}" srcOrd="5" destOrd="0" presId="urn:microsoft.com/office/officeart/2005/8/layout/default"/>
    <dgm:cxn modelId="{945FF1F3-31ED-4FF2-AB01-61FB64B62CC3}" type="presParOf" srcId="{9F70DA11-8D20-4D3B-8BEF-5B90FA81B225}" destId="{1034E385-5724-4556-8050-23EE6246B7C8}" srcOrd="6" destOrd="0" presId="urn:microsoft.com/office/officeart/2005/8/layout/default"/>
    <dgm:cxn modelId="{9A6BBD8C-8529-4F7D-A4FF-1B52A167C1F1}" type="presParOf" srcId="{9F70DA11-8D20-4D3B-8BEF-5B90FA81B225}" destId="{AC6D1643-3CC2-476E-9EF4-B466FB38F7A3}" srcOrd="7" destOrd="0" presId="urn:microsoft.com/office/officeart/2005/8/layout/default"/>
    <dgm:cxn modelId="{A3EDF237-AFC3-4737-B664-2AC5C9F12EC5}" type="presParOf" srcId="{9F70DA11-8D20-4D3B-8BEF-5B90FA81B225}" destId="{600A99DD-48B1-4F18-BA37-B3A7C36BCF2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258D2-0D08-4A59-8EC7-DC083465ACFA}">
      <dsp:nvSpPr>
        <dsp:cNvPr id="0" name=""/>
        <dsp:cNvSpPr/>
      </dsp:nvSpPr>
      <dsp:spPr>
        <a:xfrm>
          <a:off x="3738" y="42066"/>
          <a:ext cx="2247745" cy="6611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Product Owner</a:t>
          </a:r>
        </a:p>
      </dsp:txBody>
      <dsp:txXfrm>
        <a:off x="3738" y="42066"/>
        <a:ext cx="2247745" cy="661161"/>
      </dsp:txXfrm>
    </dsp:sp>
    <dsp:sp modelId="{A150B249-A0F7-474A-880B-ED73C49EA9BF}">
      <dsp:nvSpPr>
        <dsp:cNvPr id="0" name=""/>
        <dsp:cNvSpPr/>
      </dsp:nvSpPr>
      <dsp:spPr>
        <a:xfrm>
          <a:off x="3738" y="703228"/>
          <a:ext cx="2247745" cy="35600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One person sets priorities, so developers don’t get conflicting direction. </a:t>
          </a:r>
        </a:p>
      </dsp:txBody>
      <dsp:txXfrm>
        <a:off x="3738" y="703228"/>
        <a:ext cx="2247745" cy="3560004"/>
      </dsp:txXfrm>
    </dsp:sp>
    <dsp:sp modelId="{A170B0E5-82E0-473A-BE1E-078DC25779FB}">
      <dsp:nvSpPr>
        <dsp:cNvPr id="0" name=""/>
        <dsp:cNvSpPr/>
      </dsp:nvSpPr>
      <dsp:spPr>
        <a:xfrm>
          <a:off x="2566168" y="42066"/>
          <a:ext cx="2247745" cy="6611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Scrum Master</a:t>
          </a:r>
        </a:p>
      </dsp:txBody>
      <dsp:txXfrm>
        <a:off x="2566168" y="42066"/>
        <a:ext cx="2247745" cy="661161"/>
      </dsp:txXfrm>
    </dsp:sp>
    <dsp:sp modelId="{498BE128-37C8-417D-A035-294741F0381C}">
      <dsp:nvSpPr>
        <dsp:cNvPr id="0" name=""/>
        <dsp:cNvSpPr/>
      </dsp:nvSpPr>
      <dsp:spPr>
        <a:xfrm>
          <a:off x="2566168" y="703228"/>
          <a:ext cx="2247745" cy="35600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This role protects the team from distractions and keeps events timeboxed, so problems surface daily instead of at the end.</a:t>
          </a:r>
        </a:p>
      </dsp:txBody>
      <dsp:txXfrm>
        <a:off x="2566168" y="703228"/>
        <a:ext cx="2247745" cy="3560004"/>
      </dsp:txXfrm>
    </dsp:sp>
    <dsp:sp modelId="{92E6484B-8E42-4EF7-9204-4BE752381659}">
      <dsp:nvSpPr>
        <dsp:cNvPr id="0" name=""/>
        <dsp:cNvSpPr/>
      </dsp:nvSpPr>
      <dsp:spPr>
        <a:xfrm>
          <a:off x="5128598" y="42066"/>
          <a:ext cx="2247745" cy="6611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Development Team</a:t>
          </a:r>
        </a:p>
      </dsp:txBody>
      <dsp:txXfrm>
        <a:off x="5128598" y="42066"/>
        <a:ext cx="2247745" cy="661161"/>
      </dsp:txXfrm>
    </dsp:sp>
    <dsp:sp modelId="{32CEA0DF-7A03-4D15-B731-17CB233B7A56}">
      <dsp:nvSpPr>
        <dsp:cNvPr id="0" name=""/>
        <dsp:cNvSpPr/>
      </dsp:nvSpPr>
      <dsp:spPr>
        <a:xfrm>
          <a:off x="5128598" y="703228"/>
          <a:ext cx="2247745" cy="35600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Turns backlog items into working software that the client can see at every Sprint Review. Their questions to the Product Owner catch unclear requirements before they become rework.</a:t>
          </a:r>
        </a:p>
      </dsp:txBody>
      <dsp:txXfrm>
        <a:off x="5128598" y="703228"/>
        <a:ext cx="2247745" cy="3560004"/>
      </dsp:txXfrm>
    </dsp:sp>
    <dsp:sp modelId="{291E233D-10AB-4F1A-A788-FE4AF3491631}">
      <dsp:nvSpPr>
        <dsp:cNvPr id="0" name=""/>
        <dsp:cNvSpPr/>
      </dsp:nvSpPr>
      <dsp:spPr>
        <a:xfrm>
          <a:off x="7691028" y="42066"/>
          <a:ext cx="2247745" cy="6611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Testers</a:t>
          </a:r>
        </a:p>
      </dsp:txBody>
      <dsp:txXfrm>
        <a:off x="7691028" y="42066"/>
        <a:ext cx="2247745" cy="661161"/>
      </dsp:txXfrm>
    </dsp:sp>
    <dsp:sp modelId="{91098422-8D57-46FB-974F-EC1A352DC5DA}">
      <dsp:nvSpPr>
        <dsp:cNvPr id="0" name=""/>
        <dsp:cNvSpPr/>
      </dsp:nvSpPr>
      <dsp:spPr>
        <a:xfrm>
          <a:off x="7691028" y="703228"/>
          <a:ext cx="2247745" cy="35600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Testing inside the sprint means a story isn’t “done” until it passes. Defects are caught while the code is fresh and cheap to fix.</a:t>
          </a:r>
        </a:p>
      </dsp:txBody>
      <dsp:txXfrm>
        <a:off x="7691028" y="703228"/>
        <a:ext cx="2247745" cy="35600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AAF03-E62E-4A8A-85FE-5B52FC6D48AD}">
      <dsp:nvSpPr>
        <dsp:cNvPr id="0" name=""/>
        <dsp:cNvSpPr/>
      </dsp:nvSpPr>
      <dsp:spPr>
        <a:xfrm>
          <a:off x="3711603" y="2407"/>
          <a:ext cx="1663898" cy="1081534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Requirements</a:t>
          </a:r>
        </a:p>
      </dsp:txBody>
      <dsp:txXfrm>
        <a:off x="3764399" y="55203"/>
        <a:ext cx="1558306" cy="975942"/>
      </dsp:txXfrm>
    </dsp:sp>
    <dsp:sp modelId="{7A09C02E-A77E-4054-BF50-F936F1859F17}">
      <dsp:nvSpPr>
        <dsp:cNvPr id="0" name=""/>
        <dsp:cNvSpPr/>
      </dsp:nvSpPr>
      <dsp:spPr>
        <a:xfrm>
          <a:off x="1994701" y="543175"/>
          <a:ext cx="5097702" cy="5097702"/>
        </a:xfrm>
        <a:custGeom>
          <a:avLst/>
          <a:gdLst/>
          <a:ahLst/>
          <a:cxnLst/>
          <a:rect l="0" t="0" r="0" b="0"/>
          <a:pathLst>
            <a:path>
              <a:moveTo>
                <a:pt x="3590276" y="222464"/>
              </a:moveTo>
              <a:arcTo wR="2548851" hR="2548851" stAng="17646962" swAng="924446"/>
            </a:path>
          </a:pathLst>
        </a:custGeom>
        <a:noFill/>
        <a:ln w="6350" cap="flat" cmpd="sng" algn="ctr">
          <a:solidFill>
            <a:schemeClr val="accent3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AE80B9-0298-4EB5-BF32-1EE86AF2B173}">
      <dsp:nvSpPr>
        <dsp:cNvPr id="0" name=""/>
        <dsp:cNvSpPr/>
      </dsp:nvSpPr>
      <dsp:spPr>
        <a:xfrm>
          <a:off x="5918973" y="1276833"/>
          <a:ext cx="1663898" cy="1081534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Design</a:t>
          </a:r>
        </a:p>
      </dsp:txBody>
      <dsp:txXfrm>
        <a:off x="5971769" y="1329629"/>
        <a:ext cx="1558306" cy="975942"/>
      </dsp:txXfrm>
    </dsp:sp>
    <dsp:sp modelId="{26C23ED8-F22B-4DEE-BF7A-30F6FD932BC5}">
      <dsp:nvSpPr>
        <dsp:cNvPr id="0" name=""/>
        <dsp:cNvSpPr/>
      </dsp:nvSpPr>
      <dsp:spPr>
        <a:xfrm>
          <a:off x="1994701" y="543175"/>
          <a:ext cx="5097702" cy="5097702"/>
        </a:xfrm>
        <a:custGeom>
          <a:avLst/>
          <a:gdLst/>
          <a:ahLst/>
          <a:cxnLst/>
          <a:rect l="0" t="0" r="0" b="0"/>
          <a:pathLst>
            <a:path>
              <a:moveTo>
                <a:pt x="5057955" y="2100473"/>
              </a:moveTo>
              <a:arcTo wR="2548851" hR="2548851" stAng="20992090" swAng="1215821"/>
            </a:path>
          </a:pathLst>
        </a:custGeom>
        <a:noFill/>
        <a:ln w="6350" cap="flat" cmpd="sng" algn="ctr">
          <a:solidFill>
            <a:schemeClr val="accent3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A7FA2E-B11D-410E-8278-EE07B8778BDD}">
      <dsp:nvSpPr>
        <dsp:cNvPr id="0" name=""/>
        <dsp:cNvSpPr/>
      </dsp:nvSpPr>
      <dsp:spPr>
        <a:xfrm>
          <a:off x="5918973" y="3825685"/>
          <a:ext cx="1663898" cy="1081534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Implementation</a:t>
          </a:r>
        </a:p>
      </dsp:txBody>
      <dsp:txXfrm>
        <a:off x="5971769" y="3878481"/>
        <a:ext cx="1558306" cy="975942"/>
      </dsp:txXfrm>
    </dsp:sp>
    <dsp:sp modelId="{360DC452-9013-47D3-8F72-F73F8808D654}">
      <dsp:nvSpPr>
        <dsp:cNvPr id="0" name=""/>
        <dsp:cNvSpPr/>
      </dsp:nvSpPr>
      <dsp:spPr>
        <a:xfrm>
          <a:off x="1994701" y="543175"/>
          <a:ext cx="5097702" cy="5097702"/>
        </a:xfrm>
        <a:custGeom>
          <a:avLst/>
          <a:gdLst/>
          <a:ahLst/>
          <a:cxnLst/>
          <a:rect l="0" t="0" r="0" b="0"/>
          <a:pathLst>
            <a:path>
              <a:moveTo>
                <a:pt x="4170925" y="4514943"/>
              </a:moveTo>
              <a:arcTo wR="2548851" hR="2548851" stAng="3028592" swAng="924446"/>
            </a:path>
          </a:pathLst>
        </a:custGeom>
        <a:noFill/>
        <a:ln w="6350" cap="flat" cmpd="sng" algn="ctr">
          <a:solidFill>
            <a:schemeClr val="accent3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ACC005-C7EA-463E-A6EE-0EFE8CFA9395}">
      <dsp:nvSpPr>
        <dsp:cNvPr id="0" name=""/>
        <dsp:cNvSpPr/>
      </dsp:nvSpPr>
      <dsp:spPr>
        <a:xfrm>
          <a:off x="3711603" y="5100110"/>
          <a:ext cx="1663898" cy="1081534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Testing</a:t>
          </a:r>
        </a:p>
      </dsp:txBody>
      <dsp:txXfrm>
        <a:off x="3764399" y="5152906"/>
        <a:ext cx="1558306" cy="975942"/>
      </dsp:txXfrm>
    </dsp:sp>
    <dsp:sp modelId="{7B2B1571-4AF7-4D15-A763-36BECAB27425}">
      <dsp:nvSpPr>
        <dsp:cNvPr id="0" name=""/>
        <dsp:cNvSpPr/>
      </dsp:nvSpPr>
      <dsp:spPr>
        <a:xfrm>
          <a:off x="1994701" y="543175"/>
          <a:ext cx="5097702" cy="5097702"/>
        </a:xfrm>
        <a:custGeom>
          <a:avLst/>
          <a:gdLst/>
          <a:ahLst/>
          <a:cxnLst/>
          <a:rect l="0" t="0" r="0" b="0"/>
          <a:pathLst>
            <a:path>
              <a:moveTo>
                <a:pt x="1507426" y="4875238"/>
              </a:moveTo>
              <a:arcTo wR="2548851" hR="2548851" stAng="6846962" swAng="924446"/>
            </a:path>
          </a:pathLst>
        </a:custGeom>
        <a:noFill/>
        <a:ln w="6350" cap="flat" cmpd="sng" algn="ctr">
          <a:solidFill>
            <a:schemeClr val="accent3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999EF-6BE6-4DBE-906E-DF5F4845E1D3}">
      <dsp:nvSpPr>
        <dsp:cNvPr id="0" name=""/>
        <dsp:cNvSpPr/>
      </dsp:nvSpPr>
      <dsp:spPr>
        <a:xfrm>
          <a:off x="1504233" y="3825685"/>
          <a:ext cx="1663898" cy="1081534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Deployment</a:t>
          </a:r>
        </a:p>
      </dsp:txBody>
      <dsp:txXfrm>
        <a:off x="1557029" y="3878481"/>
        <a:ext cx="1558306" cy="975942"/>
      </dsp:txXfrm>
    </dsp:sp>
    <dsp:sp modelId="{5E19F685-A069-4710-8915-C0E78A21EAE7}">
      <dsp:nvSpPr>
        <dsp:cNvPr id="0" name=""/>
        <dsp:cNvSpPr/>
      </dsp:nvSpPr>
      <dsp:spPr>
        <a:xfrm>
          <a:off x="1994701" y="543175"/>
          <a:ext cx="5097702" cy="5097702"/>
        </a:xfrm>
        <a:custGeom>
          <a:avLst/>
          <a:gdLst/>
          <a:ahLst/>
          <a:cxnLst/>
          <a:rect l="0" t="0" r="0" b="0"/>
          <a:pathLst>
            <a:path>
              <a:moveTo>
                <a:pt x="39747" y="2997229"/>
              </a:moveTo>
              <a:arcTo wR="2548851" hR="2548851" stAng="10192090" swAng="1215821"/>
            </a:path>
          </a:pathLst>
        </a:custGeom>
        <a:noFill/>
        <a:ln w="6350" cap="flat" cmpd="sng" algn="ctr">
          <a:solidFill>
            <a:schemeClr val="accent3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B0699-8C09-4C5F-8B06-BB1FBDC58028}">
      <dsp:nvSpPr>
        <dsp:cNvPr id="0" name=""/>
        <dsp:cNvSpPr/>
      </dsp:nvSpPr>
      <dsp:spPr>
        <a:xfrm>
          <a:off x="1504233" y="1276833"/>
          <a:ext cx="1663898" cy="1081534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Maintenance</a:t>
          </a:r>
        </a:p>
      </dsp:txBody>
      <dsp:txXfrm>
        <a:off x="1557029" y="1329629"/>
        <a:ext cx="1558306" cy="975942"/>
      </dsp:txXfrm>
    </dsp:sp>
    <dsp:sp modelId="{AD0EEAAD-2460-4A05-B4A8-30BD880BA16C}">
      <dsp:nvSpPr>
        <dsp:cNvPr id="0" name=""/>
        <dsp:cNvSpPr/>
      </dsp:nvSpPr>
      <dsp:spPr>
        <a:xfrm>
          <a:off x="1994701" y="543175"/>
          <a:ext cx="5097702" cy="5097702"/>
        </a:xfrm>
        <a:custGeom>
          <a:avLst/>
          <a:gdLst/>
          <a:ahLst/>
          <a:cxnLst/>
          <a:rect l="0" t="0" r="0" b="0"/>
          <a:pathLst>
            <a:path>
              <a:moveTo>
                <a:pt x="926777" y="582759"/>
              </a:moveTo>
              <a:arcTo wR="2548851" hR="2548851" stAng="13828592" swAng="924446"/>
            </a:path>
          </a:pathLst>
        </a:custGeom>
        <a:noFill/>
        <a:ln w="6350" cap="flat" cmpd="sng" algn="ctr">
          <a:solidFill>
            <a:schemeClr val="accent3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AAFA0-E6A4-4C62-8036-82D8C4FA48A8}">
      <dsp:nvSpPr>
        <dsp:cNvPr id="0" name=""/>
        <dsp:cNvSpPr/>
      </dsp:nvSpPr>
      <dsp:spPr>
        <a:xfrm>
          <a:off x="3168" y="455386"/>
          <a:ext cx="1683358" cy="6549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Requirements (Planning)</a:t>
          </a:r>
          <a:endParaRPr lang="en-US" sz="1300" kern="1200" dirty="0"/>
        </a:p>
      </dsp:txBody>
      <dsp:txXfrm>
        <a:off x="3168" y="455386"/>
        <a:ext cx="1683358" cy="654951"/>
      </dsp:txXfrm>
    </dsp:sp>
    <dsp:sp modelId="{DBBE7AF1-8D31-461F-8D92-947BD9E3276B}">
      <dsp:nvSpPr>
        <dsp:cNvPr id="0" name=""/>
        <dsp:cNvSpPr/>
      </dsp:nvSpPr>
      <dsp:spPr>
        <a:xfrm>
          <a:off x="3168" y="1110337"/>
          <a:ext cx="1683358" cy="30443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Stories are refined just before each sprint, not locked upfront.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Why it matters: the backlog can absorb client changes, such as SNHU Travel’s shift to wellness trips, without a restart.</a:t>
          </a:r>
          <a:endParaRPr lang="en-US" sz="1300" kern="1200" dirty="0"/>
        </a:p>
      </dsp:txBody>
      <dsp:txXfrm>
        <a:off x="3168" y="1110337"/>
        <a:ext cx="1683358" cy="3044376"/>
      </dsp:txXfrm>
    </dsp:sp>
    <dsp:sp modelId="{C7778D24-83AD-4BDF-A873-A20B7556D1C8}">
      <dsp:nvSpPr>
        <dsp:cNvPr id="0" name=""/>
        <dsp:cNvSpPr/>
      </dsp:nvSpPr>
      <dsp:spPr>
        <a:xfrm>
          <a:off x="1922197" y="455386"/>
          <a:ext cx="1683358" cy="6549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Design</a:t>
          </a:r>
          <a:endParaRPr lang="en-US" sz="1300" kern="1200" dirty="0"/>
        </a:p>
      </dsp:txBody>
      <dsp:txXfrm>
        <a:off x="1922197" y="455386"/>
        <a:ext cx="1683358" cy="654951"/>
      </dsp:txXfrm>
    </dsp:sp>
    <dsp:sp modelId="{6C95478E-5845-4098-AE3E-55D0BD8D2952}">
      <dsp:nvSpPr>
        <dsp:cNvPr id="0" name=""/>
        <dsp:cNvSpPr/>
      </dsp:nvSpPr>
      <dsp:spPr>
        <a:xfrm>
          <a:off x="1922197" y="1110337"/>
          <a:ext cx="1683358" cy="30443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 team designs only what the current sprint’s stories need.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Why it matters: it avoids spending effort designing features that may later be cut or change</a:t>
          </a:r>
        </a:p>
      </dsp:txBody>
      <dsp:txXfrm>
        <a:off x="1922197" y="1110337"/>
        <a:ext cx="1683358" cy="3044376"/>
      </dsp:txXfrm>
    </dsp:sp>
    <dsp:sp modelId="{48D57AAD-F9D4-484C-87D6-327D849AF927}">
      <dsp:nvSpPr>
        <dsp:cNvPr id="0" name=""/>
        <dsp:cNvSpPr/>
      </dsp:nvSpPr>
      <dsp:spPr>
        <a:xfrm>
          <a:off x="3841225" y="455386"/>
          <a:ext cx="1683358" cy="6549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Implementation (Development)</a:t>
          </a:r>
          <a:endParaRPr lang="en-US" sz="1300" kern="1200" dirty="0"/>
        </a:p>
      </dsp:txBody>
      <dsp:txXfrm>
        <a:off x="3841225" y="455386"/>
        <a:ext cx="1683358" cy="654951"/>
      </dsp:txXfrm>
    </dsp:sp>
    <dsp:sp modelId="{7B19316B-A8F5-4EE8-B94C-2BC2DC10A954}">
      <dsp:nvSpPr>
        <dsp:cNvPr id="0" name=""/>
        <dsp:cNvSpPr/>
      </dsp:nvSpPr>
      <dsp:spPr>
        <a:xfrm>
          <a:off x="3841225" y="1110337"/>
          <a:ext cx="1683358" cy="30443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Developers build a small, working increment each sprint.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Why it matters: the client sees real progress early and can give feedback on working software, not documents.</a:t>
          </a:r>
        </a:p>
      </dsp:txBody>
      <dsp:txXfrm>
        <a:off x="3841225" y="1110337"/>
        <a:ext cx="1683358" cy="3044376"/>
      </dsp:txXfrm>
    </dsp:sp>
    <dsp:sp modelId="{E7B118AD-DC69-4236-A049-F33C06D4B1D7}">
      <dsp:nvSpPr>
        <dsp:cNvPr id="0" name=""/>
        <dsp:cNvSpPr/>
      </dsp:nvSpPr>
      <dsp:spPr>
        <a:xfrm>
          <a:off x="5760254" y="455386"/>
          <a:ext cx="1683358" cy="6549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Testing</a:t>
          </a:r>
          <a:endParaRPr lang="en-US" sz="1300" kern="1200" dirty="0"/>
        </a:p>
      </dsp:txBody>
      <dsp:txXfrm>
        <a:off x="5760254" y="455386"/>
        <a:ext cx="1683358" cy="654951"/>
      </dsp:txXfrm>
    </dsp:sp>
    <dsp:sp modelId="{00CA02DC-137E-47CC-AFD0-5AAFD61CC160}">
      <dsp:nvSpPr>
        <dsp:cNvPr id="0" name=""/>
        <dsp:cNvSpPr/>
      </dsp:nvSpPr>
      <dsp:spPr>
        <a:xfrm>
          <a:off x="5760254" y="1110337"/>
          <a:ext cx="1683358" cy="30443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Each story is tested against its acceptance criteria within the same sprint.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Why it matters: defects are found while they are cheap to fix, instead of piling up for a late testing phase (Mishra &amp; Alzoubi, 2023).</a:t>
          </a:r>
        </a:p>
      </dsp:txBody>
      <dsp:txXfrm>
        <a:off x="5760254" y="1110337"/>
        <a:ext cx="1683358" cy="3044376"/>
      </dsp:txXfrm>
    </dsp:sp>
    <dsp:sp modelId="{95559E01-99DB-4076-B694-644139C0B675}">
      <dsp:nvSpPr>
        <dsp:cNvPr id="0" name=""/>
        <dsp:cNvSpPr/>
      </dsp:nvSpPr>
      <dsp:spPr>
        <a:xfrm>
          <a:off x="7679283" y="455386"/>
          <a:ext cx="1683358" cy="6549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Deployment (Review)</a:t>
          </a:r>
          <a:endParaRPr lang="en-US" sz="1300" kern="1200" dirty="0"/>
        </a:p>
      </dsp:txBody>
      <dsp:txXfrm>
        <a:off x="7679283" y="455386"/>
        <a:ext cx="1683358" cy="654951"/>
      </dsp:txXfrm>
    </dsp:sp>
    <dsp:sp modelId="{7F30A7F8-C3D9-46E3-BA39-BBA6B2B169DC}">
      <dsp:nvSpPr>
        <dsp:cNvPr id="0" name=""/>
        <dsp:cNvSpPr/>
      </dsp:nvSpPr>
      <dsp:spPr>
        <a:xfrm>
          <a:off x="7679283" y="1110337"/>
          <a:ext cx="1683358" cy="30443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Completed work is shown to the client at the Sprint Review and can be released.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Why it matters: value reaches the client in increments and the client’s feedback shapes the next sprint.</a:t>
          </a:r>
        </a:p>
      </dsp:txBody>
      <dsp:txXfrm>
        <a:off x="7679283" y="1110337"/>
        <a:ext cx="1683358" cy="3044376"/>
      </dsp:txXfrm>
    </dsp:sp>
    <dsp:sp modelId="{B8540AF0-B424-4E38-83BB-67877F665ED5}">
      <dsp:nvSpPr>
        <dsp:cNvPr id="0" name=""/>
        <dsp:cNvSpPr/>
      </dsp:nvSpPr>
      <dsp:spPr>
        <a:xfrm>
          <a:off x="9598312" y="455386"/>
          <a:ext cx="1683358" cy="6549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Maintenance (Retrospective and Refinement)</a:t>
          </a:r>
          <a:endParaRPr lang="en-US" sz="1300" kern="1200" dirty="0"/>
        </a:p>
      </dsp:txBody>
      <dsp:txXfrm>
        <a:off x="9598312" y="455386"/>
        <a:ext cx="1683358" cy="654951"/>
      </dsp:txXfrm>
    </dsp:sp>
    <dsp:sp modelId="{64037A5E-0EAA-48F2-88C0-7C0DBA238E79}">
      <dsp:nvSpPr>
        <dsp:cNvPr id="0" name=""/>
        <dsp:cNvSpPr/>
      </dsp:nvSpPr>
      <dsp:spPr>
        <a:xfrm>
          <a:off x="9598312" y="1110337"/>
          <a:ext cx="1683358" cy="30443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 team reviews its process and updates the backlog for the next cycle.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Why it matters: both the product and the team’s process keep improving from sprint to sprint (Schwaber &amp; Sutherland, 2020</a:t>
          </a:r>
          <a:endParaRPr lang="en-US" sz="1300" kern="1200" dirty="0"/>
        </a:p>
      </dsp:txBody>
      <dsp:txXfrm>
        <a:off x="9598312" y="1110337"/>
        <a:ext cx="1683358" cy="3044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84928-30EB-4372-84F1-7F5D122977A3}">
      <dsp:nvSpPr>
        <dsp:cNvPr id="0" name=""/>
        <dsp:cNvSpPr/>
      </dsp:nvSpPr>
      <dsp:spPr>
        <a:xfrm rot="5400000">
          <a:off x="1183475" y="1142651"/>
          <a:ext cx="994432" cy="113212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58BCB8F-792B-4F3A-BEC3-AA9E967A4221}">
      <dsp:nvSpPr>
        <dsp:cNvPr id="0" name=""/>
        <dsp:cNvSpPr/>
      </dsp:nvSpPr>
      <dsp:spPr>
        <a:xfrm>
          <a:off x="920011" y="40303"/>
          <a:ext cx="1674038" cy="117177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Requirements</a:t>
          </a:r>
        </a:p>
      </dsp:txBody>
      <dsp:txXfrm>
        <a:off x="977222" y="97514"/>
        <a:ext cx="1559616" cy="1057350"/>
      </dsp:txXfrm>
    </dsp:sp>
    <dsp:sp modelId="{AE40D3D1-05BE-4FB3-977C-81A963F65CA7}">
      <dsp:nvSpPr>
        <dsp:cNvPr id="0" name=""/>
        <dsp:cNvSpPr/>
      </dsp:nvSpPr>
      <dsp:spPr>
        <a:xfrm>
          <a:off x="2541252" y="152058"/>
          <a:ext cx="1323133" cy="947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E7A5A-FA3E-4B0B-8506-0945D5AA9089}">
      <dsp:nvSpPr>
        <dsp:cNvPr id="0" name=""/>
        <dsp:cNvSpPr/>
      </dsp:nvSpPr>
      <dsp:spPr>
        <a:xfrm rot="5400000">
          <a:off x="2596775" y="2458939"/>
          <a:ext cx="994432" cy="113212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-18401"/>
            <a:satOff val="-709"/>
            <a:lumOff val="29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A4B135C-3B13-446A-AF65-FCA5A567CF3A}">
      <dsp:nvSpPr>
        <dsp:cNvPr id="0" name=""/>
        <dsp:cNvSpPr/>
      </dsp:nvSpPr>
      <dsp:spPr>
        <a:xfrm>
          <a:off x="2333311" y="1356590"/>
          <a:ext cx="1674038" cy="117177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-81996"/>
                <a:satOff val="3065"/>
                <a:lumOff val="60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81996"/>
                <a:satOff val="3065"/>
                <a:lumOff val="60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81996"/>
                <a:satOff val="3065"/>
                <a:lumOff val="60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</a:t>
          </a:r>
          <a:endParaRPr lang="en-US" sz="1500" kern="1200" dirty="0"/>
        </a:p>
      </dsp:txBody>
      <dsp:txXfrm>
        <a:off x="2390522" y="1413801"/>
        <a:ext cx="1559616" cy="1057350"/>
      </dsp:txXfrm>
    </dsp:sp>
    <dsp:sp modelId="{06A3D8FD-B8A3-478F-AABC-4E1B69E4ECF8}">
      <dsp:nvSpPr>
        <dsp:cNvPr id="0" name=""/>
        <dsp:cNvSpPr/>
      </dsp:nvSpPr>
      <dsp:spPr>
        <a:xfrm>
          <a:off x="4007350" y="1468346"/>
          <a:ext cx="1217536" cy="947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323C20-3899-40FA-ACB3-3DDC7D44003E}">
      <dsp:nvSpPr>
        <dsp:cNvPr id="0" name=""/>
        <dsp:cNvSpPr/>
      </dsp:nvSpPr>
      <dsp:spPr>
        <a:xfrm rot="5400000">
          <a:off x="4010074" y="3775226"/>
          <a:ext cx="994432" cy="113212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-36802"/>
            <a:satOff val="-1418"/>
            <a:lumOff val="59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41157AB-094B-48A1-8E09-13ACC6477F98}">
      <dsp:nvSpPr>
        <dsp:cNvPr id="0" name=""/>
        <dsp:cNvSpPr/>
      </dsp:nvSpPr>
      <dsp:spPr>
        <a:xfrm>
          <a:off x="3746610" y="2672878"/>
          <a:ext cx="1674038" cy="117177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-163991"/>
                <a:satOff val="6131"/>
                <a:lumOff val="121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163991"/>
                <a:satOff val="6131"/>
                <a:lumOff val="121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163991"/>
                <a:satOff val="6131"/>
                <a:lumOff val="121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Implementation</a:t>
          </a:r>
          <a:endParaRPr lang="en-US" sz="1500" kern="1200" dirty="0"/>
        </a:p>
      </dsp:txBody>
      <dsp:txXfrm>
        <a:off x="3803821" y="2730089"/>
        <a:ext cx="1559616" cy="1057350"/>
      </dsp:txXfrm>
    </dsp:sp>
    <dsp:sp modelId="{5151E56F-FCFA-474B-9666-55CAB8DE4755}">
      <dsp:nvSpPr>
        <dsp:cNvPr id="0" name=""/>
        <dsp:cNvSpPr/>
      </dsp:nvSpPr>
      <dsp:spPr>
        <a:xfrm>
          <a:off x="5420649" y="2784633"/>
          <a:ext cx="1217536" cy="947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6F65D2-D54C-422E-94BB-760D86466686}">
      <dsp:nvSpPr>
        <dsp:cNvPr id="0" name=""/>
        <dsp:cNvSpPr/>
      </dsp:nvSpPr>
      <dsp:spPr>
        <a:xfrm rot="5400000">
          <a:off x="5423374" y="5091514"/>
          <a:ext cx="994432" cy="113212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-55203"/>
            <a:satOff val="-2127"/>
            <a:lumOff val="886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CFC932-7883-4BD7-9592-DE95D8EA1BD1}">
      <dsp:nvSpPr>
        <dsp:cNvPr id="0" name=""/>
        <dsp:cNvSpPr/>
      </dsp:nvSpPr>
      <dsp:spPr>
        <a:xfrm>
          <a:off x="5159909" y="3989166"/>
          <a:ext cx="1674038" cy="117177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-245987"/>
                <a:satOff val="9196"/>
                <a:lumOff val="182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245987"/>
                <a:satOff val="9196"/>
                <a:lumOff val="182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245987"/>
                <a:satOff val="9196"/>
                <a:lumOff val="182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Testing</a:t>
          </a:r>
          <a:endParaRPr lang="en-US" sz="1500" kern="1200" dirty="0"/>
        </a:p>
      </dsp:txBody>
      <dsp:txXfrm>
        <a:off x="5217120" y="4046377"/>
        <a:ext cx="1559616" cy="1057350"/>
      </dsp:txXfrm>
    </dsp:sp>
    <dsp:sp modelId="{721908AE-36CE-43D4-87A1-E32014DEFDD2}">
      <dsp:nvSpPr>
        <dsp:cNvPr id="0" name=""/>
        <dsp:cNvSpPr/>
      </dsp:nvSpPr>
      <dsp:spPr>
        <a:xfrm>
          <a:off x="6833948" y="4100921"/>
          <a:ext cx="1217536" cy="947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175193-EA74-4C3D-855E-0AA58924465F}">
      <dsp:nvSpPr>
        <dsp:cNvPr id="0" name=""/>
        <dsp:cNvSpPr/>
      </dsp:nvSpPr>
      <dsp:spPr>
        <a:xfrm>
          <a:off x="6573209" y="5305453"/>
          <a:ext cx="1674038" cy="117177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-327982"/>
                <a:satOff val="12262"/>
                <a:lumOff val="243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327982"/>
                <a:satOff val="12262"/>
                <a:lumOff val="243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327982"/>
                <a:satOff val="12262"/>
                <a:lumOff val="243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Deployment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Maintenance</a:t>
          </a:r>
        </a:p>
      </dsp:txBody>
      <dsp:txXfrm>
        <a:off x="6630420" y="5362664"/>
        <a:ext cx="1559616" cy="10573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2A9DD-7F0D-497D-9B2D-F3FD3450F180}">
      <dsp:nvSpPr>
        <dsp:cNvPr id="0" name=""/>
        <dsp:cNvSpPr/>
      </dsp:nvSpPr>
      <dsp:spPr>
        <a:xfrm>
          <a:off x="26903" y="112"/>
          <a:ext cx="3570311" cy="21421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spc="300" dirty="0"/>
            <a:t>Stability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Are requirements likely to change? If so, Agile is a more flexible format. If not, then things can be streamlined with Waterfall.</a:t>
          </a:r>
        </a:p>
      </dsp:txBody>
      <dsp:txXfrm>
        <a:off x="26903" y="112"/>
        <a:ext cx="3570311" cy="2142186"/>
      </dsp:txXfrm>
    </dsp:sp>
    <dsp:sp modelId="{19E189F3-E152-4F9D-8A34-1E9F30DF67A1}">
      <dsp:nvSpPr>
        <dsp:cNvPr id="0" name=""/>
        <dsp:cNvSpPr/>
      </dsp:nvSpPr>
      <dsp:spPr>
        <a:xfrm>
          <a:off x="3954246" y="112"/>
          <a:ext cx="3570311" cy="21421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spc="300" dirty="0"/>
            <a:t>Client Involvement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Agile needs a client who is available for regular feedback. Waterfall needs heavy input only at the start and the end.</a:t>
          </a:r>
        </a:p>
      </dsp:txBody>
      <dsp:txXfrm>
        <a:off x="3954246" y="112"/>
        <a:ext cx="3570311" cy="2142186"/>
      </dsp:txXfrm>
    </dsp:sp>
    <dsp:sp modelId="{FEC073F5-BC29-472C-95AF-BD850C6F2905}">
      <dsp:nvSpPr>
        <dsp:cNvPr id="0" name=""/>
        <dsp:cNvSpPr/>
      </dsp:nvSpPr>
      <dsp:spPr>
        <a:xfrm>
          <a:off x="7881588" y="112"/>
          <a:ext cx="3570311" cy="21421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spc="300" dirty="0"/>
            <a:t>Project Size and Complexity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Agile suits small to mid-sized teams and products. Very large projects may need waterfall-style planning or a hybrid approach (Leong et al., 2023).</a:t>
          </a:r>
        </a:p>
      </dsp:txBody>
      <dsp:txXfrm>
        <a:off x="7881588" y="112"/>
        <a:ext cx="3570311" cy="2142186"/>
      </dsp:txXfrm>
    </dsp:sp>
    <dsp:sp modelId="{1034E385-5724-4556-8050-23EE6246B7C8}">
      <dsp:nvSpPr>
        <dsp:cNvPr id="0" name=""/>
        <dsp:cNvSpPr/>
      </dsp:nvSpPr>
      <dsp:spPr>
        <a:xfrm>
          <a:off x="1990574" y="2499331"/>
          <a:ext cx="3570311" cy="21421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spc="300" dirty="0"/>
            <a:t>Documentation and Regulation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Waterfall suits projects that need full upfront documentation or regulatory sign-off. Agile documents as it goes so is better when there is less concrete information up front.</a:t>
          </a:r>
        </a:p>
      </dsp:txBody>
      <dsp:txXfrm>
        <a:off x="1990574" y="2499331"/>
        <a:ext cx="3570311" cy="2142186"/>
      </dsp:txXfrm>
    </dsp:sp>
    <dsp:sp modelId="{600A99DD-48B1-4F18-BA37-B3A7C36BCF29}">
      <dsp:nvSpPr>
        <dsp:cNvPr id="0" name=""/>
        <dsp:cNvSpPr/>
      </dsp:nvSpPr>
      <dsp:spPr>
        <a:xfrm>
          <a:off x="5917917" y="2499331"/>
          <a:ext cx="3570311" cy="21421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spc="300" dirty="0"/>
            <a:t>Team Experience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Agile requires self-management and comfort with short cycles. Teams new to it need coaching from the Scrum Master.</a:t>
          </a:r>
        </a:p>
      </dsp:txBody>
      <dsp:txXfrm>
        <a:off x="5917917" y="2499331"/>
        <a:ext cx="3570311" cy="21421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87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966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0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67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7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09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200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106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8415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14546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443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5947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3317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893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57798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94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575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174586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902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6804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11809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614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929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12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62964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416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146690F7-C37A-454B-8C64-DCC304FC95E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18F840A8-4D2C-457F-BC81-DDB3A67D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99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u15021121" TargetMode="External"/><Relationship Id="rId2" Type="http://schemas.openxmlformats.org/officeDocument/2006/relationships/hyperlink" Target="https://stateofagile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scrumguides.org/scrum-guide.html" TargetMode="External"/><Relationship Id="rId4" Type="http://schemas.openxmlformats.org/officeDocument/2006/relationships/hyperlink" Target="https://doi.org/10.1007/s13198-023-01958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A65A-1EB2-BC85-0CEC-E0E0FC5A22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Agile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A9F35-2595-DF7F-8530-94B7DCD356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Leah Miller</a:t>
            </a:r>
          </a:p>
          <a:p>
            <a:r>
              <a:rPr lang="en-US" dirty="0"/>
              <a:t>10/17/26</a:t>
            </a:r>
          </a:p>
        </p:txBody>
      </p:sp>
    </p:spTree>
    <p:extLst>
      <p:ext uri="{BB962C8B-B14F-4D97-AF65-F5344CB8AC3E}">
        <p14:creationId xmlns:p14="http://schemas.microsoft.com/office/powerpoint/2010/main" val="404345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CD6C-FCE4-CA04-F59C-E4CCE4658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3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Scrum-Agile roles</a:t>
            </a:r>
            <a:endParaRPr lang="en-US" spc="3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A9F34B-D735-EE7C-0CA0-80A05F403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065941"/>
              </p:ext>
            </p:extLst>
          </p:nvPr>
        </p:nvGraphicFramePr>
        <p:xfrm>
          <a:off x="428625" y="2133600"/>
          <a:ext cx="9942513" cy="4305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9473792"/>
      </p:ext>
    </p:extLst>
  </p:cSld>
  <p:clrMapOvr>
    <a:masterClrMapping/>
  </p:clrMapOvr>
  <p:transition spd="slow">
    <p:push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FE52-DEDD-2B8C-7D40-B6C008AB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Agile SDLC phases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7F229AD9-988A-66EB-810A-9B6BA8A2F3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3921716"/>
              </p:ext>
            </p:extLst>
          </p:nvPr>
        </p:nvGraphicFramePr>
        <p:xfrm>
          <a:off x="2854959" y="336973"/>
          <a:ext cx="9087105" cy="6184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6863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A09C02E-A77E-4054-BF50-F936F1859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5AE80B9-0298-4EB5-BF32-1EE86AF2B1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6C23ED8-F22B-4DEE-BF7A-30F6FD932B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BDA7FA2E-B11D-410E-8278-EE07B8778B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360DC452-9013-47D3-8F72-F73F8808D6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67ACC005-C7EA-463E-A6EE-0EFE8CFA93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B2B1571-4AF7-4D15-A763-36BECAB274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DE7999EF-6BE6-4DBE-906E-DF5F4845E1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E19F685-A069-4710-8915-C0E78A21E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00B0699-8C09-4C5F-8B06-BB1FBDC58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AD0EEAAD-2460-4A05-B4A8-30BD880BA1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730C-1093-A050-A474-C7EE21CC7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Importance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E52E80-BBE2-9829-DD2B-A764CDEE5B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969345"/>
              </p:ext>
            </p:extLst>
          </p:nvPr>
        </p:nvGraphicFramePr>
        <p:xfrm>
          <a:off x="428625" y="1828800"/>
          <a:ext cx="11284839" cy="461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9888949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011CC-EE83-2AF3-369E-10ABFED1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717" y="1236557"/>
            <a:ext cx="6088566" cy="1269940"/>
          </a:xfrm>
        </p:spPr>
        <p:txBody>
          <a:bodyPr>
            <a:normAutofit/>
          </a:bodyPr>
          <a:lstStyle/>
          <a:p>
            <a:r>
              <a:rPr lang="en-US" sz="4800" dirty="0"/>
              <a:t>Waterfall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5FC97-DE5C-7CA4-B204-F39D00A37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1370" y="2000380"/>
            <a:ext cx="6471424" cy="2857239"/>
          </a:xfrm>
        </p:spPr>
        <p:txBody>
          <a:bodyPr>
            <a:noAutofit/>
          </a:bodyPr>
          <a:lstStyle/>
          <a:p>
            <a:r>
              <a:rPr lang="en-US" sz="2800" dirty="0"/>
              <a:t>In waterfall, each phase must be finished and signed off before the next one begins. The work flows one way, like water down steps.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B4F49D5-C3C0-1164-9131-3877771F56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543421"/>
              </p:ext>
            </p:extLst>
          </p:nvPr>
        </p:nvGraphicFramePr>
        <p:xfrm>
          <a:off x="-748817" y="170234"/>
          <a:ext cx="9167260" cy="6517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1901B34-3C23-0C7E-1F5E-B60B547A4D67}"/>
              </a:ext>
            </a:extLst>
          </p:cNvPr>
          <p:cNvSpPr txBox="1"/>
          <p:nvPr/>
        </p:nvSpPr>
        <p:spPr>
          <a:xfrm>
            <a:off x="1967948" y="399801"/>
            <a:ext cx="9750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All requirements are gathered and documented at the start, then locked.</a:t>
            </a:r>
          </a:p>
          <a:p>
            <a:pPr lvl="0"/>
            <a:r>
              <a:rPr lang="en-US" dirty="0"/>
              <a:t>Impact: changes after sign-off are costly, because they ripple through every later phase.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858E2D-3E87-A835-BD10-4A493802717C}"/>
              </a:ext>
            </a:extLst>
          </p:cNvPr>
          <p:cNvSpPr txBox="1"/>
          <p:nvPr/>
        </p:nvSpPr>
        <p:spPr>
          <a:xfrm>
            <a:off x="3297274" y="1729481"/>
            <a:ext cx="87095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The full system architecture is designed before any code is written.</a:t>
            </a:r>
          </a:p>
          <a:p>
            <a:pPr lvl="0"/>
            <a:r>
              <a:rPr lang="en-US" dirty="0"/>
              <a:t>Impact: design decisions rest on assumptions that can’t be tested until much later.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DA70C-F896-D71F-8DF9-FF35246836ED}"/>
              </a:ext>
            </a:extLst>
          </p:cNvPr>
          <p:cNvSpPr txBox="1"/>
          <p:nvPr/>
        </p:nvSpPr>
        <p:spPr>
          <a:xfrm>
            <a:off x="4687958" y="3024581"/>
            <a:ext cx="7318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Developers build the entire system from the design documents.</a:t>
            </a:r>
          </a:p>
          <a:p>
            <a:pPr lvl="0"/>
            <a:r>
              <a:rPr lang="en-US" dirty="0"/>
              <a:t>Impact: the client usually sees no working software until this phase ends.</a:t>
            </a:r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D3D82-0D74-68BB-1C10-49A91C73005E}"/>
              </a:ext>
            </a:extLst>
          </p:cNvPr>
          <p:cNvSpPr txBox="1"/>
          <p:nvPr/>
        </p:nvSpPr>
        <p:spPr>
          <a:xfrm>
            <a:off x="6096000" y="4106966"/>
            <a:ext cx="59107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Testing happens as a separate phase after all coding is done.</a:t>
            </a:r>
          </a:p>
          <a:p>
            <a:pPr lvl="0"/>
            <a:r>
              <a:rPr lang="en-US" dirty="0"/>
              <a:t>Impact: defects are found late, when they’re the most expensive to fix (Mishra &amp; Alzoubi, 2023).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7A4FD1-AD6B-8AA9-56E8-4239FD90D032}"/>
              </a:ext>
            </a:extLst>
          </p:cNvPr>
          <p:cNvSpPr txBox="1"/>
          <p:nvPr/>
        </p:nvSpPr>
        <p:spPr>
          <a:xfrm>
            <a:off x="7525859" y="5380672"/>
            <a:ext cx="4480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The finished product is delivered in one release, then supported.</a:t>
            </a:r>
          </a:p>
          <a:p>
            <a:pPr lvl="0"/>
            <a:r>
              <a:rPr lang="en-US" dirty="0"/>
              <a:t>Impact: if the client’s needs changed during development, the product may already be out of date.</a:t>
            </a:r>
          </a:p>
        </p:txBody>
      </p:sp>
    </p:spTree>
    <p:extLst>
      <p:ext uri="{BB962C8B-B14F-4D97-AF65-F5344CB8AC3E}">
        <p14:creationId xmlns:p14="http://schemas.microsoft.com/office/powerpoint/2010/main" val="4204145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0"/>
                            </p:stCondLst>
                            <p:childTnLst>
                              <p:par>
                                <p:cTn id="10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36758 0.6502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85" y="3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allAtOnce"/>
      <p:bldGraphic spid="8" grpId="0">
        <p:bldAsOne/>
      </p:bldGraphic>
      <p:bldP spid="20" grpId="0"/>
      <p:bldP spid="22" grpId="0"/>
      <p:bldP spid="23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8C2A-DBD5-40A9-4A8A-30EC6AFF4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</p:spPr>
        <p:txBody>
          <a:bodyPr>
            <a:normAutofit/>
          </a:bodyPr>
          <a:lstStyle/>
          <a:p>
            <a:r>
              <a:rPr lang="en-US" dirty="0"/>
              <a:t>Waterfall or Agile: Things to Consider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321E81D-3850-25C6-E331-320FCD88C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796766"/>
              </p:ext>
            </p:extLst>
          </p:nvPr>
        </p:nvGraphicFramePr>
        <p:xfrm>
          <a:off x="429417" y="1797269"/>
          <a:ext cx="11478804" cy="464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6309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B749-442A-46E6-2501-D242AD34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74A2-F62E-C655-4F42-CA064E7AB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indent="-457200"/>
            <a:r>
              <a:rPr lang="en-US" dirty="0"/>
              <a:t>Digital.ai. (2024). </a:t>
            </a:r>
            <a:r>
              <a:rPr lang="en-US" i="1" dirty="0"/>
              <a:t>17th state of agile report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https://stateofagile.com</a:t>
            </a:r>
            <a:endParaRPr lang="en-US" dirty="0"/>
          </a:p>
          <a:p>
            <a:pPr lvl="2" indent="-457200"/>
            <a:r>
              <a:rPr lang="en-US" dirty="0"/>
              <a:t>Leong, J., Yee, K. M., </a:t>
            </a:r>
            <a:r>
              <a:rPr lang="en-US" dirty="0" err="1"/>
              <a:t>Baitsegi</a:t>
            </a:r>
            <a:r>
              <a:rPr lang="en-US" dirty="0"/>
              <a:t>, O., Palanisamy, L., &amp; Ramasamy, R. K. (2023). Hybrid project management between traditional software development lifecycle and agile based product development for future sustainability. </a:t>
            </a:r>
            <a:r>
              <a:rPr lang="en-US" i="1" dirty="0"/>
              <a:t>Sustainability, 15</a:t>
            </a:r>
            <a:r>
              <a:rPr lang="en-US" dirty="0"/>
              <a:t>(2), Article 1121. </a:t>
            </a:r>
            <a:r>
              <a:rPr lang="en-US" dirty="0">
                <a:hlinkClick r:id="rId3"/>
              </a:rPr>
              <a:t>https://doi.org/10.3390/su15021121</a:t>
            </a:r>
            <a:endParaRPr lang="en-US" dirty="0"/>
          </a:p>
          <a:p>
            <a:pPr lvl="2" indent="-457200"/>
            <a:r>
              <a:rPr lang="en-US" dirty="0"/>
              <a:t>Mishra, A., &amp; Alzoubi, Y. I. (2023). Structured software development versus agile software development: A comparative analysis. </a:t>
            </a:r>
            <a:r>
              <a:rPr lang="en-US" i="1" dirty="0"/>
              <a:t>International Journal of System Assurance Engineering and Management, 14</a:t>
            </a:r>
            <a:r>
              <a:rPr lang="en-US" dirty="0"/>
              <a:t>(4), 1504–1522. </a:t>
            </a:r>
            <a:r>
              <a:rPr lang="en-US" dirty="0">
                <a:hlinkClick r:id="rId4"/>
              </a:rPr>
              <a:t>https://doi.org/10.1007/s13198-023-01958-5</a:t>
            </a:r>
            <a:endParaRPr lang="en-US" dirty="0"/>
          </a:p>
          <a:p>
            <a:pPr indent="-457200"/>
            <a:r>
              <a:rPr lang="en-US" dirty="0"/>
              <a:t>Schwaber, K., &amp; Sutherland, J. (2020). </a:t>
            </a:r>
            <a:r>
              <a:rPr lang="en-US" i="1" dirty="0"/>
              <a:t>The Scrum guide</a:t>
            </a:r>
            <a:r>
              <a:rPr lang="en-US" dirty="0"/>
              <a:t>. Scrum.org. </a:t>
            </a:r>
            <a:r>
              <a:rPr lang="en-US" dirty="0">
                <a:hlinkClick r:id="rId5"/>
              </a:rPr>
              <a:t>https://scrumguides.org/scrum-guide.html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926A0-EE53-4DD1-DA29-89C7BAD79EDF}"/>
              </a:ext>
            </a:extLst>
          </p:cNvPr>
          <p:cNvSpPr txBox="1"/>
          <p:nvPr/>
        </p:nvSpPr>
        <p:spPr>
          <a:xfrm>
            <a:off x="7655669" y="2354093"/>
            <a:ext cx="37256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91698029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C7DA8F51321042B40F7789FD45933C" ma:contentTypeVersion="4" ma:contentTypeDescription="Create a new document." ma:contentTypeScope="" ma:versionID="accd7eefc3bfc4fe031989951e20cb18">
  <xsd:schema xmlns:xsd="http://www.w3.org/2001/XMLSchema" xmlns:xs="http://www.w3.org/2001/XMLSchema" xmlns:p="http://schemas.microsoft.com/office/2006/metadata/properties" xmlns:ns3="b7918748-d162-4798-9cc6-682275fc0cca" targetNamespace="http://schemas.microsoft.com/office/2006/metadata/properties" ma:root="true" ma:fieldsID="c74c10ca86efdcfe5c7502cec518a650" ns3:_="">
    <xsd:import namespace="b7918748-d162-4798-9cc6-682275fc0c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918748-d162-4798-9cc6-682275fc0c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858C94-2D64-4504-8D9D-101D448F2F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918748-d162-4798-9cc6-682275fc0c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8453E4-F8C7-4228-8286-703AC9257C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8AB194-0729-42DE-9422-0872103B06CC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2baef15b-b8de-423f-9d8a-46f3686d8848}" enabled="0" method="" siteId="{2baef15b-b8de-423f-9d8a-46f3686d88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163</TotalTime>
  <Words>834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Film Burn</vt:lpstr>
      <vt:lpstr>Agile Presentation</vt:lpstr>
      <vt:lpstr>Scrum-Agile roles</vt:lpstr>
      <vt:lpstr>Agile SDLC phases</vt:lpstr>
      <vt:lpstr>Phase Importance</vt:lpstr>
      <vt:lpstr>Waterfall Comparison</vt:lpstr>
      <vt:lpstr>Waterfall or Agile: Things to Consider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Miller, leah</dc:creator>
  <cp:lastModifiedBy>Miller, leah</cp:lastModifiedBy>
  <cp:revision>1</cp:revision>
  <dcterms:created xsi:type="dcterms:W3CDTF">2026-10-17T20:10:49Z</dcterms:created>
  <dcterms:modified xsi:type="dcterms:W3CDTF">2026-10-17T22:54:04Z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0x010100C6C7DA8F51321042B40F7789FD45933C</vt:lpwstr>
  </property>
</Properties>
</file>